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New slides: Home &gt; New Slide, then pick a WildBotics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image" Target="../media/image-1002-4.png"/><Relationship Id="rI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image-1008-2.png"/><Relationship Id="rId3"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image" Target="../media/image-1009-2.png"/><Relationship Id="rId3"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1012-1.png"/><Relationship Id="rId2" Type="http://schemas.openxmlformats.org/officeDocument/2006/relationships/image" Target="../media/image-1012-2.png"/><Relationship Id="rId3" Type="http://schemas.openxmlformats.org/officeDocument/2006/relationships/image" Target="../media/image-1012-3.png"/><Relationship Id="rId4" Type="http://schemas.openxmlformats.org/officeDocument/2006/relationships/image" Target="../media/image-1012-4.png"/><Relationship Id="rId5" Type="http://schemas.openxmlformats.org/officeDocument/2006/relationships/image" Target="../media/image-1012-5.png"/><Relationship Id="rId6" Type="http://schemas.openxmlformats.org/officeDocument/2006/relationships/image" Target="../media/image-1012-6.png"/><Relationship Id="rId7" Type="http://schemas.openxmlformats.org/officeDocument/2006/relationships/image" Target="../media/image-1012-7.png"/><Relationship Id="rId8" Type="http://schemas.openxmlformats.org/officeDocument/2006/relationships/slideMaster" Target="../slideMasters/slideMaster1.xml"/><Relationship Id="rIdLink1" Type="http://schemas.openxmlformats.org/officeDocument/2006/relationships/hyperlink" Target="https://wildbotics.eu" TargetMode="External"/><Relationship Id="rIdLink2" Type="http://schemas.openxmlformats.org/officeDocument/2006/relationships/hyperlink" Target="https://www.instagram.com/wildbotics/" TargetMode="External"/><Relationship Id="rIdLink3" Type="http://schemas.openxmlformats.org/officeDocument/2006/relationships/hyperlink" Target="https://bsky.app/profile/wildbotics.bsky.social" TargetMode="External"/><Relationship Id="rIdLink4" Type="http://schemas.openxmlformats.org/officeDocument/2006/relationships/hyperlink" Target="https://www.youtube.com/@WildBotics_eu"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ildBotics Title">
    <p:bg>
      <p:bgPr>
        <a:solidFill>
          <a:srgbClr val="FFFFFF"/>
        </a:solidFill>
      </p:bgPr>
    </p:bg>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tretch>
            <a:fillRect/>
          </a:stretch>
        </p:blipFill>
        <p:spPr>
          <a:xfrm>
            <a:off x="0" y="0"/>
            <a:ext cx="12192000" cy="6858000"/>
          </a:xfrm>
          <a:prstGeom prst="rect">
            <a:avLst/>
          </a:prstGeom>
        </p:spPr>
      </p:pic>
      <p:pic>
        <p:nvPicPr>
          <p:cNvPr id="3" name="Image 1" descr="WildBotics: a drone, a robot and a bear in a forest">    </p:cNvPr>
          <p:cNvPicPr>
            <a:picLocks noChangeAspect="1"/>
          </p:cNvPicPr>
          <p:nvPr/>
        </p:nvPicPr>
        <p:blipFill>
          <a:blip r:embed="rId2"/>
          <a:stretch>
            <a:fillRect/>
          </a:stretch>
        </p:blipFill>
        <p:spPr>
          <a:xfrm>
            <a:off x="8020050" y="2076450"/>
            <a:ext cx="3238500" cy="2705100"/>
          </a:xfrm>
          <a:prstGeom prst="rect">
            <a:avLst/>
          </a:prstGeom>
        </p:spPr>
      </p:pic>
      <p:pic>
        <p:nvPicPr>
          <p:cNvPr id="4" name="Image 2" descr="WildBotics">    </p:cNvPr>
          <p:cNvPicPr>
            <a:picLocks noChangeAspect="1"/>
          </p:cNvPicPr>
          <p:nvPr/>
        </p:nvPicPr>
        <p:blipFill>
          <a:blip r:embed="rId3"/>
          <a:stretch>
            <a:fillRect/>
          </a:stretch>
        </p:blipFill>
        <p:spPr>
          <a:xfrm>
            <a:off x="381000" y="381000"/>
            <a:ext cx="1905000" cy="476250"/>
          </a:xfrm>
          <a:prstGeom prst="rect">
            <a:avLst/>
          </a:prstGeom>
        </p:spPr>
      </p:pic>
      <p:pic>
        <p:nvPicPr>
          <p:cNvPr id="5" name="Image 3" descr="Funded by the European Union">    </p:cNvPr>
          <p:cNvPicPr>
            <a:picLocks noChangeAspect="1"/>
          </p:cNvPicPr>
          <p:nvPr/>
        </p:nvPicPr>
        <p:blipFill>
          <a:blip r:embed="rId4"/>
          <a:stretch>
            <a:fillRect/>
          </a:stretch>
        </p:blipFill>
        <p:spPr>
          <a:xfrm>
            <a:off x="552450" y="6048375"/>
            <a:ext cx="2047875" cy="438150"/>
          </a:xfrm>
          <a:prstGeom prst="rect">
            <a:avLst/>
          </a:prstGeom>
        </p:spPr>
      </p:pic>
      <p:sp>
        <p:nvSpPr>
          <p:cNvPr id="6" name="Text 0"/>
          <p:cNvSpPr/>
          <p:nvPr>
            <p:ph type="pic" idx="104" hasCustomPrompt="1"/>
          </p:nvPr>
        </p:nvSpPr>
        <p:spPr>
          <a:xfrm>
            <a:off x="6800850" y="0"/>
            <a:ext cx="5391150" cy="6858000"/>
          </a:xfrm>
          <a:custGeom>
            <a:avLst/>
            <a:gdLst/>
            <a:ahLst/>
            <a:cxnLst/>
            <a:rect l="0" t="0" r="r" b="b"/>
            <a:pathLst>
              <a:path w="566" h="720">
                <a:moveTo>
                  <a:pt x="118" y="0"/>
                </a:moveTo>
                <a:cubicBezTo>
                  <a:pt x="0" y="200"/>
                  <a:pt x="0" y="520"/>
                  <a:pt x="118" y="720"/>
                </a:cubicBezTo>
                <a:lnTo>
                  <a:pt x="566" y="720"/>
                </a:lnTo>
                <a:lnTo>
                  <a:pt x="566" y="0"/>
                </a:lnTo>
                <a:close/>
              </a:path>
            </a:pathLst>
          </a:custGeom>
          <a:noFill/>
          <a:ln/>
        </p:spPr>
        <p:txBody>
          <a:bodyPr wrap="square" rtlCol="0"/>
          <a:lstStyle>
            <a:lvl1pPr indent="0" marL="0">
              <a:buNone/>
              <a:defRPr lang="en-US" dirty="0"/>
            </a:lvl1pPr>
          </a:lstStyle>
          <a:p>
            <a:pPr indent="0" marL="0">
              <a:buNone/>
            </a:pPr>
            <a:r>
              <a:rPr lang="en-US" dirty="0">
                <a:solidFill>
                  <a:srgbClr val="000000"/>
                </a:solidFill>
              </a:rPr>
              <a:t>Drop a picture here, or click the icon</a:t>
            </a:r>
            <a:endParaRPr lang="en-US" dirty="0"/>
          </a:p>
        </p:txBody>
      </p:sp>
      <p:sp>
        <p:nvSpPr>
          <p:cNvPr id="7" name="Text 0"/>
          <p:cNvSpPr/>
          <p:nvPr>
            <p:ph idx="105" type="title" hasCustomPrompt="1"/>
          </p:nvPr>
        </p:nvSpPr>
        <p:spPr>
          <a:xfrm>
            <a:off x="685800" y="1619250"/>
            <a:ext cx="5715000" cy="2381250"/>
          </a:xfrm>
          <a:prstGeom prst="rect">
            <a:avLst/>
          </a:prstGeom>
          <a:noFill/>
          <a:ln/>
        </p:spPr>
        <p:txBody>
          <a:bodyPr wrap="square" rtlCol="0"/>
          <a:lstStyle>
            <a:lvl1pPr algn="l" indent="0" marL="0">
              <a:buNone/>
              <a:defRPr lang="en-US" sz="3600" b="1" dirty="0">
                <a:solidFill>
                  <a:srgbClr val="FFFFFF"/>
                </a:solidFill>
                <a:latin typeface="Trebuchet MS" pitchFamily="34" charset="0"/>
                <a:ea typeface="Trebuchet MS" pitchFamily="34" charset="-122"/>
                <a:cs typeface="Trebuchet MS" pitchFamily="34" charset="-120"/>
              </a:defRPr>
            </a:lvl1pPr>
          </a:lstStyle>
          <a:p>
            <a:pPr algn="l" indent="0" marL="0">
              <a:buNone/>
            </a:pPr>
            <a:r>
              <a:rPr lang="en-US" sz="3600" b="1" dirty="0">
                <a:solidFill>
                  <a:srgbClr val="FFFFFF"/>
                </a:solidFill>
                <a:latin typeface="Trebuchet MS" pitchFamily="34" charset="0"/>
                <a:ea typeface="Trebuchet MS" pitchFamily="34" charset="-122"/>
                <a:cs typeface="Trebuchet MS" pitchFamily="34" charset="-120"/>
              </a:rPr>
              <a:t>Click to add title</a:t>
            </a:r>
            <a:endParaRPr lang="en-US" sz="3600" dirty="0"/>
          </a:p>
        </p:txBody>
      </p:sp>
      <p:sp>
        <p:nvSpPr>
          <p:cNvPr id="8" name="Text 0"/>
          <p:cNvSpPr/>
          <p:nvPr>
            <p:ph idx="106" type="body" hasCustomPrompt="1"/>
          </p:nvPr>
        </p:nvSpPr>
        <p:spPr>
          <a:xfrm>
            <a:off x="685800" y="4095750"/>
            <a:ext cx="5715000" cy="1619250"/>
          </a:xfrm>
          <a:prstGeom prst="rect">
            <a:avLst/>
          </a:prstGeom>
          <a:noFill/>
          <a:ln/>
        </p:spPr>
        <p:txBody>
          <a:bodyPr wrap="square" rtlCol="0"/>
          <a:lstStyle>
            <a:lvl1pPr algn="l" indent="0" marL="0">
              <a:buNone/>
              <a:defRPr lang="en-US" sz="1800" dirty="0">
                <a:solidFill>
                  <a:srgbClr val="FFFFFF"/>
                </a:solidFill>
                <a:latin typeface="Trebuchet MS" pitchFamily="34" charset="0"/>
                <a:ea typeface="Trebuchet MS" pitchFamily="34" charset="-122"/>
                <a:cs typeface="Trebuchet MS" pitchFamily="34" charset="-120"/>
              </a:defRPr>
            </a:lvl1pPr>
          </a:lstStyle>
          <a:p>
            <a:pPr algn="l" indent="0" marL="0">
              <a:buNone/>
            </a:pPr>
            <a:r>
              <a:rPr lang="en-US" sz="1800" dirty="0">
                <a:solidFill>
                  <a:srgbClr val="FFFFFF"/>
                </a:solidFill>
                <a:latin typeface="Trebuchet MS" pitchFamily="34" charset="0"/>
                <a:ea typeface="Trebuchet MS" pitchFamily="34" charset="-122"/>
                <a:cs typeface="Trebuchet MS" pitchFamily="34" charset="-120"/>
              </a:rPr>
              <a:t>Click to add subtitle</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ildBotics Title Inverted">
    <p:bg>
      <p:bgPr>
        <a:solidFill>
          <a:srgbClr val="FFFFFF"/>
        </a:solidFill>
      </p:bgPr>
    </p:bg>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tretch>
            <a:fillRect/>
          </a:stretch>
        </p:blipFill>
        <p:spPr>
          <a:xfrm>
            <a:off x="7239000" y="0"/>
            <a:ext cx="4953000" cy="6858000"/>
          </a:xfrm>
          <a:prstGeom prst="rect">
            <a:avLst/>
          </a:prstGeom>
        </p:spPr>
      </p:pic>
      <p:pic>
        <p:nvPicPr>
          <p:cNvPr id="3" name="Image 1" descr="WildBotics: a drone, a robot and a bear in a forest">    </p:cNvPr>
          <p:cNvPicPr>
            <a:picLocks noChangeAspect="1"/>
          </p:cNvPicPr>
          <p:nvPr/>
        </p:nvPicPr>
        <p:blipFill>
          <a:blip r:embed="rId2"/>
          <a:stretch>
            <a:fillRect/>
          </a:stretch>
        </p:blipFill>
        <p:spPr>
          <a:xfrm>
            <a:off x="9258300" y="2276475"/>
            <a:ext cx="2762250" cy="2305050"/>
          </a:xfrm>
          <a:prstGeom prst="rect">
            <a:avLst/>
          </a:prstGeom>
        </p:spPr>
      </p:pic>
      <p:pic>
        <p:nvPicPr>
          <p:cNvPr id="4" name="Image 2" descr="WildBotics">    </p:cNvPr>
          <p:cNvPicPr>
            <a:picLocks noChangeAspect="1"/>
          </p:cNvPicPr>
          <p:nvPr/>
        </p:nvPicPr>
        <p:blipFill>
          <a:blip r:embed="rId3"/>
          <a:stretch>
            <a:fillRect/>
          </a:stretch>
        </p:blipFill>
        <p:spPr>
          <a:xfrm>
            <a:off x="381000" y="342900"/>
            <a:ext cx="1905000" cy="476250"/>
          </a:xfrm>
          <a:prstGeom prst="rect">
            <a:avLst/>
          </a:prstGeom>
        </p:spPr>
      </p:pic>
      <p:sp>
        <p:nvSpPr>
          <p:cNvPr id="5" name="Text 0"/>
          <p:cNvSpPr/>
          <p:nvPr>
            <p:ph idx="103" type="title" hasCustomPrompt="1"/>
          </p:nvPr>
        </p:nvSpPr>
        <p:spPr>
          <a:xfrm>
            <a:off x="685800" y="1905000"/>
            <a:ext cx="6096000" cy="2000250"/>
          </a:xfrm>
          <a:prstGeom prst="rect">
            <a:avLst/>
          </a:prstGeom>
          <a:noFill/>
          <a:ln/>
        </p:spPr>
        <p:txBody>
          <a:bodyPr wrap="square" rtlCol="0"/>
          <a:lstStyle>
            <a:lvl1pPr algn="l" indent="0" marL="0">
              <a:buNone/>
              <a:defRPr lang="en-US" sz="4000" b="1" dirty="0">
                <a:solidFill>
                  <a:srgbClr val="0D3A56"/>
                </a:solidFill>
                <a:latin typeface="Trebuchet MS" pitchFamily="34" charset="0"/>
                <a:ea typeface="Trebuchet MS" pitchFamily="34" charset="-122"/>
                <a:cs typeface="Trebuchet MS" pitchFamily="34" charset="-120"/>
              </a:defRPr>
            </a:lvl1pPr>
          </a:lstStyle>
          <a:p>
            <a:pPr algn="l" indent="0" marL="0">
              <a:buNone/>
            </a:pPr>
            <a:r>
              <a:rPr lang="en-US" sz="4000" b="1" dirty="0">
                <a:solidFill>
                  <a:srgbClr val="0D3A56"/>
                </a:solidFill>
                <a:latin typeface="Trebuchet MS" pitchFamily="34" charset="0"/>
                <a:ea typeface="Trebuchet MS" pitchFamily="34" charset="-122"/>
                <a:cs typeface="Trebuchet MS" pitchFamily="34" charset="-120"/>
              </a:rPr>
              <a:t>Click to add title</a:t>
            </a:r>
            <a:endParaRPr lang="en-US" sz="4000" dirty="0"/>
          </a:p>
        </p:txBody>
      </p:sp>
      <p:sp>
        <p:nvSpPr>
          <p:cNvPr id="6" name="Text 0"/>
          <p:cNvSpPr/>
          <p:nvPr>
            <p:ph idx="104" type="body" hasCustomPrompt="1"/>
          </p:nvPr>
        </p:nvSpPr>
        <p:spPr>
          <a:xfrm>
            <a:off x="685800" y="4095750"/>
            <a:ext cx="6096000" cy="1905000"/>
          </a:xfrm>
          <a:prstGeom prst="rect">
            <a:avLst/>
          </a:prstGeom>
          <a:noFill/>
          <a:ln/>
        </p:spPr>
        <p:txBody>
          <a:bodyPr wrap="square" rtlCol="0"/>
          <a:lstStyle>
            <a:lvl1pPr algn="l" indent="0" marL="0">
              <a:buNone/>
              <a:defRPr lang="en-US" sz="2200" dirty="0">
                <a:solidFill>
                  <a:srgbClr val="14222C"/>
                </a:solidFill>
                <a:latin typeface="Trebuchet MS" pitchFamily="34" charset="0"/>
                <a:ea typeface="Trebuchet MS" pitchFamily="34" charset="-122"/>
                <a:cs typeface="Trebuchet MS" pitchFamily="34" charset="-120"/>
              </a:defRPr>
            </a:lvl1pPr>
          </a:lstStyle>
          <a:p>
            <a:pPr algn="l" indent="0" marL="0">
              <a:buNone/>
            </a:pPr>
            <a:r>
              <a:rPr lang="en-US" sz="2200" dirty="0">
                <a:solidFill>
                  <a:srgbClr val="14222C"/>
                </a:solidFill>
                <a:latin typeface="Trebuchet MS" pitchFamily="34" charset="0"/>
                <a:ea typeface="Trebuchet MS" pitchFamily="34" charset="-122"/>
                <a:cs typeface="Trebuchet MS" pitchFamily="34" charset="-120"/>
              </a:rPr>
              <a:t>Click to add subtitle</a:t>
            </a: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WildBotics Section">
    <p:bg>
      <p:bgPr>
        <a:solidFill>
          <a:srgbClr val="FFFFFF"/>
        </a:solidFill>
      </p:bgPr>
    </p:bg>
    <p:spTree>
      <p:nvGrpSpPr>
        <p:cNvPr id="1" name=""/>
        <p:cNvGrpSpPr/>
        <p:nvPr/>
      </p:nvGrpSpPr>
      <p:grpSpPr>
        <a:xfrm>
          <a:off x="0" y="0"/>
          <a:ext cx="0" cy="0"/>
          <a:chOff x="0" y="0"/>
          <a:chExt cx="0" cy="0"/>
        </a:xfrm>
      </p:grpSpPr>
      <p:pic>
        <p:nvPicPr>
          <p:cNvPr id="2" name="Image 0" descr="WildBotics">    </p:cNvPr>
          <p:cNvPicPr>
            <a:picLocks noChangeAspect="1"/>
          </p:cNvPicPr>
          <p:nvPr/>
        </p:nvPicPr>
        <p:blipFill>
          <a:blip r:embed="rId1"/>
          <a:stretch>
            <a:fillRect/>
          </a:stretch>
        </p:blipFill>
        <p:spPr>
          <a:xfrm>
            <a:off x="381000" y="342900"/>
            <a:ext cx="1905000" cy="476250"/>
          </a:xfrm>
          <a:prstGeom prst="rect">
            <a:avLst/>
          </a:prstGeom>
        </p:spPr>
      </p:pic>
      <p:sp>
        <p:nvSpPr>
          <p:cNvPr id="3" name="Shape 0"/>
          <p:cNvSpPr/>
          <p:nvPr/>
        </p:nvSpPr>
        <p:spPr>
          <a:xfrm>
            <a:off x="0" y="2162175"/>
            <a:ext cx="10363200" cy="2524125"/>
          </a:xfrm>
          <a:prstGeom prst="rect">
            <a:avLst/>
          </a:prstGeom>
          <a:solidFill>
            <a:srgbClr val="408A34"/>
          </a:solidFill>
          <a:ln w="12700">
            <a:solidFill>
              <a:srgbClr val="408A34"/>
            </a:solidFill>
            <a:prstDash val="solid"/>
          </a:ln>
        </p:spPr>
      </p:sp>
      <p:pic>
        <p:nvPicPr>
          <p:cNvPr id="4" name="Image 1" descr="">    </p:cNvPr>
          <p:cNvPicPr>
            <a:picLocks noChangeAspect="1"/>
          </p:cNvPicPr>
          <p:nvPr/>
        </p:nvPicPr>
        <p:blipFill>
          <a:blip r:embed="rId2"/>
          <a:stretch>
            <a:fillRect/>
          </a:stretch>
        </p:blipFill>
        <p:spPr>
          <a:xfrm>
            <a:off x="10134600" y="2162175"/>
            <a:ext cx="2057400" cy="2524125"/>
          </a:xfrm>
          <a:prstGeom prst="rect">
            <a:avLst/>
          </a:prstGeom>
        </p:spPr>
      </p:pic>
      <p:sp>
        <p:nvSpPr>
          <p:cNvPr id="5" name="Shape 1"/>
          <p:cNvSpPr/>
          <p:nvPr/>
        </p:nvSpPr>
        <p:spPr>
          <a:xfrm>
            <a:off x="0" y="6677025"/>
            <a:ext cx="12192000" cy="180975"/>
          </a:xfrm>
          <a:prstGeom prst="rect">
            <a:avLst/>
          </a:prstGeom>
          <a:solidFill>
            <a:srgbClr val="0D3A56"/>
          </a:solidFill>
          <a:ln w="12700">
            <a:solidFill>
              <a:srgbClr val="0D3A56"/>
            </a:solidFill>
            <a:prstDash val="solid"/>
          </a:ln>
        </p:spPr>
      </p:sp>
      <p:sp>
        <p:nvSpPr>
          <p:cNvPr id="6" name="Text 2"/>
          <p:cNvSpPr/>
          <p:nvPr/>
        </p:nvSpPr>
        <p:spPr>
          <a:xfrm>
            <a:off x="685800" y="6677025"/>
            <a:ext cx="3810000" cy="180975"/>
          </a:xfrm>
          <a:prstGeom prst="rect">
            <a:avLst/>
          </a:prstGeom>
          <a:noFill/>
          <a:ln/>
        </p:spPr>
        <p:txBody>
          <a:bodyPr wrap="square" lIns="0" tIns="0" rIns="0" bIns="0" rtlCol="0" anchor="ctr"/>
          <a:lstStyle/>
          <a:p>
            <a:pPr indent="0" marL="0">
              <a:buNone/>
            </a:pPr>
            <a:r>
              <a:rPr lang="en-US" sz="900" b="1" dirty="0">
                <a:solidFill>
                  <a:srgbClr val="FFFFFF"/>
                </a:solidFill>
                <a:latin typeface="Trebuchet MS" pitchFamily="34" charset="0"/>
                <a:ea typeface="Trebuchet MS" pitchFamily="34" charset="-122"/>
                <a:cs typeface="Trebuchet MS" pitchFamily="34" charset="-120"/>
              </a:rPr>
              <a:t>wildbotics.eu</a:t>
            </a:r>
            <a:endParaRPr lang="en-US" sz="900" dirty="0"/>
          </a:p>
        </p:txBody>
      </p:sp>
      <p:sp>
        <p:nvSpPr>
          <p:cNvPr id="7" name="Text 3"/>
          <p:cNvSpPr/>
          <p:nvPr>
            <p:ph idx="105" type="title" hasCustomPrompt="1"/>
          </p:nvPr>
        </p:nvSpPr>
        <p:spPr>
          <a:xfrm>
            <a:off x="685800" y="2381250"/>
            <a:ext cx="8953500" cy="1428750"/>
          </a:xfrm>
          <a:prstGeom prst="rect">
            <a:avLst/>
          </a:prstGeom>
          <a:noFill/>
          <a:ln/>
        </p:spPr>
        <p:txBody>
          <a:bodyPr wrap="square" rtlCol="0"/>
          <a:lstStyle>
            <a:lvl1pPr algn="l" indent="0" marL="0">
              <a:buNone/>
              <a:defRPr lang="en-US" sz="4400" b="1" dirty="0">
                <a:solidFill>
                  <a:srgbClr val="FFFFFF"/>
                </a:solidFill>
                <a:latin typeface="Trebuchet MS" pitchFamily="34" charset="0"/>
                <a:ea typeface="Trebuchet MS" pitchFamily="34" charset="-122"/>
                <a:cs typeface="Trebuchet MS" pitchFamily="34" charset="-120"/>
              </a:defRPr>
            </a:lvl1pPr>
          </a:lstStyle>
          <a:p>
            <a:pPr algn="l" indent="0" marL="0">
              <a:buNone/>
            </a:pPr>
            <a:r>
              <a:rPr lang="en-US" sz="4400" b="1" dirty="0">
                <a:solidFill>
                  <a:srgbClr val="FFFFFF"/>
                </a:solidFill>
                <a:latin typeface="Trebuchet MS" pitchFamily="34" charset="0"/>
                <a:ea typeface="Trebuchet MS" pitchFamily="34" charset="-122"/>
                <a:cs typeface="Trebuchet MS" pitchFamily="34" charset="-120"/>
              </a:rPr>
              <a:t>Click to add title</a:t>
            </a:r>
            <a:endParaRPr lang="en-US" sz="4400" dirty="0"/>
          </a:p>
        </p:txBody>
      </p:sp>
      <p:sp>
        <p:nvSpPr>
          <p:cNvPr id="8" name="Text 3"/>
          <p:cNvSpPr/>
          <p:nvPr>
            <p:ph idx="106" type="body" hasCustomPrompt="1"/>
          </p:nvPr>
        </p:nvSpPr>
        <p:spPr>
          <a:xfrm>
            <a:off x="685800" y="3857625"/>
            <a:ext cx="8953500" cy="666750"/>
          </a:xfrm>
          <a:prstGeom prst="rect">
            <a:avLst/>
          </a:prstGeom>
          <a:noFill/>
          <a:ln/>
        </p:spPr>
        <p:txBody>
          <a:bodyPr wrap="square" rtlCol="0"/>
          <a:lstStyle>
            <a:lvl1pPr algn="l" indent="0" marL="0">
              <a:buNone/>
              <a:defRPr lang="en-US" sz="2400" dirty="0">
                <a:solidFill>
                  <a:srgbClr val="FFFFFF"/>
                </a:solidFill>
                <a:latin typeface="Trebuchet MS" pitchFamily="34" charset="0"/>
                <a:ea typeface="Trebuchet MS" pitchFamily="34" charset="-122"/>
                <a:cs typeface="Trebuchet MS" pitchFamily="34" charset="-120"/>
              </a:defRPr>
            </a:lvl1pPr>
          </a:lstStyle>
          <a:p>
            <a:pPr algn="l" indent="0" marL="0">
              <a:buNone/>
            </a:pPr>
            <a:r>
              <a:rPr lang="en-US" sz="2400" dirty="0">
                <a:solidFill>
                  <a:srgbClr val="FFFFFF"/>
                </a:solidFill>
                <a:latin typeface="Trebuchet MS" pitchFamily="34" charset="0"/>
                <a:ea typeface="Trebuchet MS" pitchFamily="34" charset="-122"/>
                <a:cs typeface="Trebuchet MS" pitchFamily="34" charset="-120"/>
              </a:rPr>
              <a:t>Click to add subtitle</a:t>
            </a:r>
            <a:endParaRPr lang="en-US" sz="2400" dirty="0"/>
          </a:p>
        </p:txBody>
      </p:sp>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WildBotics Title and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0287000" cy="723900"/>
          </a:xfrm>
          <a:prstGeom prst="rect">
            <a:avLst/>
          </a:prstGeom>
          <a:solidFill>
            <a:srgbClr val="408A34"/>
          </a:solidFill>
          <a:ln w="12700">
            <a:solidFill>
              <a:srgbClr val="408A34"/>
            </a:solidFill>
            <a:prstDash val="solid"/>
          </a:ln>
        </p:spPr>
      </p:sp>
      <p:pic>
        <p:nvPicPr>
          <p:cNvPr id="3" name="Image 0" descr="">    </p:cNvPr>
          <p:cNvPicPr>
            <a:picLocks noChangeAspect="1"/>
          </p:cNvPicPr>
          <p:nvPr/>
        </p:nvPicPr>
        <p:blipFill>
          <a:blip r:embed="rId1"/>
          <a:stretch>
            <a:fillRect/>
          </a:stretch>
        </p:blipFill>
        <p:spPr>
          <a:xfrm>
            <a:off x="10248900" y="0"/>
            <a:ext cx="1943100" cy="723900"/>
          </a:xfrm>
          <a:prstGeom prst="rect">
            <a:avLst/>
          </a:prstGeom>
        </p:spPr>
      </p:pic>
      <p:pic>
        <p:nvPicPr>
          <p:cNvPr id="4" name="Image 1" descr="WildBotics">    </p:cNvPr>
          <p:cNvPicPr>
            <a:picLocks noChangeAspect="1"/>
          </p:cNvPicPr>
          <p:nvPr/>
        </p:nvPicPr>
        <p:blipFill>
          <a:blip r:embed="rId2"/>
          <a:stretch>
            <a:fillRect/>
          </a:stretch>
        </p:blipFill>
        <p:spPr>
          <a:xfrm>
            <a:off x="190500" y="171450"/>
            <a:ext cx="1524000" cy="381000"/>
          </a:xfrm>
          <a:prstGeom prst="rect">
            <a:avLst/>
          </a:prstGeom>
        </p:spPr>
      </p:pic>
      <p:sp>
        <p:nvSpPr>
          <p:cNvPr id="5" name="Shape 1"/>
          <p:cNvSpPr/>
          <p:nvPr/>
        </p:nvSpPr>
        <p:spPr>
          <a:xfrm>
            <a:off x="0" y="6677025"/>
            <a:ext cx="12192000" cy="180975"/>
          </a:xfrm>
          <a:prstGeom prst="rect">
            <a:avLst/>
          </a:prstGeom>
          <a:solidFill>
            <a:srgbClr val="0D3A56"/>
          </a:solidFill>
          <a:ln w="12700">
            <a:solidFill>
              <a:srgbClr val="0D3A56"/>
            </a:solidFill>
            <a:prstDash val="solid"/>
          </a:ln>
        </p:spPr>
      </p:sp>
      <p:sp>
        <p:nvSpPr>
          <p:cNvPr id="6" name="Text 2"/>
          <p:cNvSpPr/>
          <p:nvPr/>
        </p:nvSpPr>
        <p:spPr>
          <a:xfrm>
            <a:off x="685800" y="6677025"/>
            <a:ext cx="3810000" cy="180975"/>
          </a:xfrm>
          <a:prstGeom prst="rect">
            <a:avLst/>
          </a:prstGeom>
          <a:noFill/>
          <a:ln/>
        </p:spPr>
        <p:txBody>
          <a:bodyPr wrap="square" lIns="0" tIns="0" rIns="0" bIns="0" rtlCol="0" anchor="ctr"/>
          <a:lstStyle/>
          <a:p>
            <a:pPr indent="0" marL="0">
              <a:buNone/>
            </a:pPr>
            <a:r>
              <a:rPr lang="en-US" sz="900" b="1" dirty="0">
                <a:solidFill>
                  <a:srgbClr val="FFFFFF"/>
                </a:solidFill>
                <a:latin typeface="Trebuchet MS" pitchFamily="34" charset="0"/>
                <a:ea typeface="Trebuchet MS" pitchFamily="34" charset="-122"/>
                <a:cs typeface="Trebuchet MS" pitchFamily="34" charset="-120"/>
              </a:rPr>
              <a:t>wildbotics.eu</a:t>
            </a:r>
            <a:endParaRPr lang="en-US" sz="900" dirty="0"/>
          </a:p>
        </p:txBody>
      </p:sp>
      <p:sp>
        <p:nvSpPr>
          <p:cNvPr id="7" name="Text 3"/>
          <p:cNvSpPr/>
          <p:nvPr>
            <p:ph idx="105" type="title" hasCustomPrompt="1"/>
          </p:nvPr>
        </p:nvSpPr>
        <p:spPr>
          <a:xfrm>
            <a:off x="685800" y="838200"/>
            <a:ext cx="10820400" cy="762000"/>
          </a:xfrm>
          <a:prstGeom prst="rect">
            <a:avLst/>
          </a:prstGeom>
          <a:noFill/>
          <a:ln/>
        </p:spPr>
        <p:txBody>
          <a:bodyPr wrap="square" rtlCol="0"/>
          <a:lstStyle>
            <a:lvl1pPr algn="l" indent="0" marL="0">
              <a:buNone/>
              <a:defRPr lang="en-US" sz="3000" b="1" dirty="0">
                <a:solidFill>
                  <a:srgbClr val="0D3A56"/>
                </a:solidFill>
                <a:latin typeface="Trebuchet MS" pitchFamily="34" charset="0"/>
                <a:ea typeface="Trebuchet MS" pitchFamily="34" charset="-122"/>
                <a:cs typeface="Trebuchet MS" pitchFamily="34" charset="-120"/>
              </a:defRPr>
            </a:lvl1pPr>
          </a:lstStyle>
          <a:p>
            <a:pPr algn="l" indent="0" marL="0">
              <a:buNone/>
            </a:pPr>
            <a:r>
              <a:rPr lang="en-US" sz="3000" b="1" dirty="0">
                <a:solidFill>
                  <a:srgbClr val="0D3A56"/>
                </a:solidFill>
                <a:latin typeface="Trebuchet MS" pitchFamily="34" charset="0"/>
                <a:ea typeface="Trebuchet MS" pitchFamily="34" charset="-122"/>
                <a:cs typeface="Trebuchet MS" pitchFamily="34" charset="-120"/>
              </a:rPr>
              <a:t>Click to add title</a:t>
            </a:r>
            <a:endParaRPr lang="en-US" sz="3000" dirty="0"/>
          </a:p>
        </p:txBody>
      </p:sp>
      <p:sp>
        <p:nvSpPr>
          <p:cNvPr id="8" name="Text 3"/>
          <p:cNvSpPr/>
          <p:nvPr>
            <p:ph idx="106" type="body" hasCustomPrompt="1"/>
          </p:nvPr>
        </p:nvSpPr>
        <p:spPr>
          <a:xfrm>
            <a:off x="685800" y="1714500"/>
            <a:ext cx="10820400" cy="4762500"/>
          </a:xfrm>
          <a:prstGeom prst="rect">
            <a:avLst/>
          </a:prstGeom>
          <a:noFill/>
          <a:ln/>
        </p:spPr>
        <p:txBody>
          <a:bodyPr wrap="square" rtlCol="0"/>
          <a:lstStyle>
            <a:lvl1pPr algn="l" indent="0" marL="0">
              <a:buNone/>
              <a:defRPr lang="en-US" sz="2000" dirty="0">
                <a:solidFill>
                  <a:srgbClr val="14222C"/>
                </a:solidFill>
                <a:latin typeface="Trebuchet MS" pitchFamily="34" charset="0"/>
                <a:ea typeface="Trebuchet MS" pitchFamily="34" charset="-122"/>
                <a:cs typeface="Trebuchet MS" pitchFamily="34" charset="-120"/>
              </a:defRPr>
            </a:lvl1pPr>
          </a:lstStyle>
          <a:p>
            <a:pPr algn="l" indent="0" marL="0">
              <a:buNone/>
            </a:pPr>
            <a:r>
              <a:rPr lang="en-US" sz="2000" dirty="0">
                <a:solidFill>
                  <a:srgbClr val="14222C"/>
                </a:solidFill>
                <a:latin typeface="Trebuchet MS" pitchFamily="34" charset="0"/>
                <a:ea typeface="Trebuchet MS" pitchFamily="34" charset="-122"/>
                <a:cs typeface="Trebuchet MS" pitchFamily="34" charset="-120"/>
              </a:rPr>
              <a:t>Click to add text</a:t>
            </a:r>
            <a:endParaRPr lang="en-US" sz="2000" dirty="0"/>
          </a:p>
        </p:txBody>
      </p:sp>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WildBotics Two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0287000" cy="723900"/>
          </a:xfrm>
          <a:prstGeom prst="rect">
            <a:avLst/>
          </a:prstGeom>
          <a:solidFill>
            <a:srgbClr val="408A34"/>
          </a:solidFill>
          <a:ln w="12700">
            <a:solidFill>
              <a:srgbClr val="408A34"/>
            </a:solidFill>
            <a:prstDash val="solid"/>
          </a:ln>
        </p:spPr>
      </p:sp>
      <p:pic>
        <p:nvPicPr>
          <p:cNvPr id="3" name="Image 0" descr="">    </p:cNvPr>
          <p:cNvPicPr>
            <a:picLocks noChangeAspect="1"/>
          </p:cNvPicPr>
          <p:nvPr/>
        </p:nvPicPr>
        <p:blipFill>
          <a:blip r:embed="rId1"/>
          <a:stretch>
            <a:fillRect/>
          </a:stretch>
        </p:blipFill>
        <p:spPr>
          <a:xfrm>
            <a:off x="10248900" y="0"/>
            <a:ext cx="1943100" cy="723900"/>
          </a:xfrm>
          <a:prstGeom prst="rect">
            <a:avLst/>
          </a:prstGeom>
        </p:spPr>
      </p:pic>
      <p:pic>
        <p:nvPicPr>
          <p:cNvPr id="4" name="Image 1" descr="WildBotics">    </p:cNvPr>
          <p:cNvPicPr>
            <a:picLocks noChangeAspect="1"/>
          </p:cNvPicPr>
          <p:nvPr/>
        </p:nvPicPr>
        <p:blipFill>
          <a:blip r:embed="rId2"/>
          <a:stretch>
            <a:fillRect/>
          </a:stretch>
        </p:blipFill>
        <p:spPr>
          <a:xfrm>
            <a:off x="190500" y="171450"/>
            <a:ext cx="1524000" cy="381000"/>
          </a:xfrm>
          <a:prstGeom prst="rect">
            <a:avLst/>
          </a:prstGeom>
        </p:spPr>
      </p:pic>
      <p:sp>
        <p:nvSpPr>
          <p:cNvPr id="5" name="Shape 1"/>
          <p:cNvSpPr/>
          <p:nvPr/>
        </p:nvSpPr>
        <p:spPr>
          <a:xfrm>
            <a:off x="0" y="6677025"/>
            <a:ext cx="12192000" cy="180975"/>
          </a:xfrm>
          <a:prstGeom prst="rect">
            <a:avLst/>
          </a:prstGeom>
          <a:solidFill>
            <a:srgbClr val="0D3A56"/>
          </a:solidFill>
          <a:ln w="12700">
            <a:solidFill>
              <a:srgbClr val="0D3A56"/>
            </a:solidFill>
            <a:prstDash val="solid"/>
          </a:ln>
        </p:spPr>
      </p:sp>
      <p:sp>
        <p:nvSpPr>
          <p:cNvPr id="6" name="Text 2"/>
          <p:cNvSpPr/>
          <p:nvPr/>
        </p:nvSpPr>
        <p:spPr>
          <a:xfrm>
            <a:off x="685800" y="6677025"/>
            <a:ext cx="3810000" cy="180975"/>
          </a:xfrm>
          <a:prstGeom prst="rect">
            <a:avLst/>
          </a:prstGeom>
          <a:noFill/>
          <a:ln/>
        </p:spPr>
        <p:txBody>
          <a:bodyPr wrap="square" lIns="0" tIns="0" rIns="0" bIns="0" rtlCol="0" anchor="ctr"/>
          <a:lstStyle/>
          <a:p>
            <a:pPr indent="0" marL="0">
              <a:buNone/>
            </a:pPr>
            <a:r>
              <a:rPr lang="en-US" sz="900" b="1" dirty="0">
                <a:solidFill>
                  <a:srgbClr val="FFFFFF"/>
                </a:solidFill>
                <a:latin typeface="Trebuchet MS" pitchFamily="34" charset="0"/>
                <a:ea typeface="Trebuchet MS" pitchFamily="34" charset="-122"/>
                <a:cs typeface="Trebuchet MS" pitchFamily="34" charset="-120"/>
              </a:rPr>
              <a:t>wildbotics.eu</a:t>
            </a:r>
            <a:endParaRPr lang="en-US" sz="900" dirty="0"/>
          </a:p>
        </p:txBody>
      </p:sp>
      <p:sp>
        <p:nvSpPr>
          <p:cNvPr id="7" name="Text 3"/>
          <p:cNvSpPr/>
          <p:nvPr>
            <p:ph idx="105" type="title" hasCustomPrompt="1"/>
          </p:nvPr>
        </p:nvSpPr>
        <p:spPr>
          <a:xfrm>
            <a:off x="685800" y="838200"/>
            <a:ext cx="10820400" cy="762000"/>
          </a:xfrm>
          <a:prstGeom prst="rect">
            <a:avLst/>
          </a:prstGeom>
          <a:noFill/>
          <a:ln/>
        </p:spPr>
        <p:txBody>
          <a:bodyPr wrap="square" rtlCol="0"/>
          <a:lstStyle>
            <a:lvl1pPr algn="l" indent="0" marL="0">
              <a:buNone/>
              <a:defRPr lang="en-US" sz="3000" b="1" dirty="0">
                <a:solidFill>
                  <a:srgbClr val="0D3A56"/>
                </a:solidFill>
                <a:latin typeface="Trebuchet MS" pitchFamily="34" charset="0"/>
                <a:ea typeface="Trebuchet MS" pitchFamily="34" charset="-122"/>
                <a:cs typeface="Trebuchet MS" pitchFamily="34" charset="-120"/>
              </a:defRPr>
            </a:lvl1pPr>
          </a:lstStyle>
          <a:p>
            <a:pPr algn="l" indent="0" marL="0">
              <a:buNone/>
            </a:pPr>
            <a:r>
              <a:rPr lang="en-US" sz="3000" b="1" dirty="0">
                <a:solidFill>
                  <a:srgbClr val="0D3A56"/>
                </a:solidFill>
                <a:latin typeface="Trebuchet MS" pitchFamily="34" charset="0"/>
                <a:ea typeface="Trebuchet MS" pitchFamily="34" charset="-122"/>
                <a:cs typeface="Trebuchet MS" pitchFamily="34" charset="-120"/>
              </a:rPr>
              <a:t>Click to add title</a:t>
            </a:r>
            <a:endParaRPr lang="en-US" sz="3000" dirty="0"/>
          </a:p>
        </p:txBody>
      </p:sp>
      <p:sp>
        <p:nvSpPr>
          <p:cNvPr id="8" name="Text 3"/>
          <p:cNvSpPr/>
          <p:nvPr>
            <p:ph idx="106" type="body" hasCustomPrompt="1"/>
          </p:nvPr>
        </p:nvSpPr>
        <p:spPr>
          <a:xfrm>
            <a:off x="685800" y="1714500"/>
            <a:ext cx="5238750" cy="4762500"/>
          </a:xfrm>
          <a:prstGeom prst="rect">
            <a:avLst/>
          </a:prstGeom>
          <a:noFill/>
          <a:ln/>
        </p:spPr>
        <p:txBody>
          <a:bodyPr wrap="square" rtlCol="0"/>
          <a:lstStyle>
            <a:lvl1pPr algn="l" indent="0" marL="0">
              <a:buNone/>
              <a:defRPr lang="en-US" sz="2000" dirty="0">
                <a:solidFill>
                  <a:srgbClr val="14222C"/>
                </a:solidFill>
                <a:latin typeface="Trebuchet MS" pitchFamily="34" charset="0"/>
                <a:ea typeface="Trebuchet MS" pitchFamily="34" charset="-122"/>
                <a:cs typeface="Trebuchet MS" pitchFamily="34" charset="-120"/>
              </a:defRPr>
            </a:lvl1pPr>
          </a:lstStyle>
          <a:p>
            <a:pPr algn="l" indent="0" marL="0">
              <a:buNone/>
            </a:pPr>
            <a:r>
              <a:rPr lang="en-US" sz="2000" dirty="0">
                <a:solidFill>
                  <a:srgbClr val="14222C"/>
                </a:solidFill>
                <a:latin typeface="Trebuchet MS" pitchFamily="34" charset="0"/>
                <a:ea typeface="Trebuchet MS" pitchFamily="34" charset="-122"/>
                <a:cs typeface="Trebuchet MS" pitchFamily="34" charset="-120"/>
              </a:rPr>
              <a:t>Click to add text</a:t>
            </a:r>
            <a:endParaRPr lang="en-US" sz="2000" dirty="0"/>
          </a:p>
        </p:txBody>
      </p:sp>
      <p:sp>
        <p:nvSpPr>
          <p:cNvPr id="9" name="Text 3"/>
          <p:cNvSpPr/>
          <p:nvPr>
            <p:ph idx="107" type="body" hasCustomPrompt="1"/>
          </p:nvPr>
        </p:nvSpPr>
        <p:spPr>
          <a:xfrm>
            <a:off x="6267450" y="1714500"/>
            <a:ext cx="5238750" cy="4762500"/>
          </a:xfrm>
          <a:prstGeom prst="rect">
            <a:avLst/>
          </a:prstGeom>
          <a:noFill/>
          <a:ln/>
        </p:spPr>
        <p:txBody>
          <a:bodyPr wrap="square" rtlCol="0"/>
          <a:lstStyle>
            <a:lvl1pPr algn="l" indent="0" marL="0">
              <a:buNone/>
              <a:defRPr lang="en-US" sz="2000" dirty="0">
                <a:solidFill>
                  <a:srgbClr val="14222C"/>
                </a:solidFill>
                <a:latin typeface="Trebuchet MS" pitchFamily="34" charset="0"/>
                <a:ea typeface="Trebuchet MS" pitchFamily="34" charset="-122"/>
                <a:cs typeface="Trebuchet MS" pitchFamily="34" charset="-120"/>
              </a:defRPr>
            </a:lvl1pPr>
          </a:lstStyle>
          <a:p>
            <a:pPr algn="l" indent="0" marL="0">
              <a:buNone/>
            </a:pPr>
            <a:r>
              <a:rPr lang="en-US" sz="2000" dirty="0">
                <a:solidFill>
                  <a:srgbClr val="14222C"/>
                </a:solidFill>
                <a:latin typeface="Trebuchet MS" pitchFamily="34" charset="0"/>
                <a:ea typeface="Trebuchet MS" pitchFamily="34" charset="-122"/>
                <a:cs typeface="Trebuchet MS" pitchFamily="34" charset="-120"/>
              </a:rPr>
              <a:t>Click to add text</a:t>
            </a:r>
            <a:endParaRPr lang="en-US" sz="2000" dirty="0"/>
          </a:p>
        </p:txBody>
      </p:sp>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WildBotics Compari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0287000" cy="723900"/>
          </a:xfrm>
          <a:prstGeom prst="rect">
            <a:avLst/>
          </a:prstGeom>
          <a:solidFill>
            <a:srgbClr val="408A34"/>
          </a:solidFill>
          <a:ln w="12700">
            <a:solidFill>
              <a:srgbClr val="408A34"/>
            </a:solidFill>
            <a:prstDash val="solid"/>
          </a:ln>
        </p:spPr>
      </p:sp>
      <p:pic>
        <p:nvPicPr>
          <p:cNvPr id="3" name="Image 0" descr="">    </p:cNvPr>
          <p:cNvPicPr>
            <a:picLocks noChangeAspect="1"/>
          </p:cNvPicPr>
          <p:nvPr/>
        </p:nvPicPr>
        <p:blipFill>
          <a:blip r:embed="rId1"/>
          <a:stretch>
            <a:fillRect/>
          </a:stretch>
        </p:blipFill>
        <p:spPr>
          <a:xfrm>
            <a:off x="10248900" y="0"/>
            <a:ext cx="1943100" cy="723900"/>
          </a:xfrm>
          <a:prstGeom prst="rect">
            <a:avLst/>
          </a:prstGeom>
        </p:spPr>
      </p:pic>
      <p:pic>
        <p:nvPicPr>
          <p:cNvPr id="4" name="Image 1" descr="WildBotics">    </p:cNvPr>
          <p:cNvPicPr>
            <a:picLocks noChangeAspect="1"/>
          </p:cNvPicPr>
          <p:nvPr/>
        </p:nvPicPr>
        <p:blipFill>
          <a:blip r:embed="rId2"/>
          <a:stretch>
            <a:fillRect/>
          </a:stretch>
        </p:blipFill>
        <p:spPr>
          <a:xfrm>
            <a:off x="190500" y="171450"/>
            <a:ext cx="1524000" cy="381000"/>
          </a:xfrm>
          <a:prstGeom prst="rect">
            <a:avLst/>
          </a:prstGeom>
        </p:spPr>
      </p:pic>
      <p:sp>
        <p:nvSpPr>
          <p:cNvPr id="5" name="Shape 1"/>
          <p:cNvSpPr/>
          <p:nvPr/>
        </p:nvSpPr>
        <p:spPr>
          <a:xfrm>
            <a:off x="0" y="6677025"/>
            <a:ext cx="12192000" cy="180975"/>
          </a:xfrm>
          <a:prstGeom prst="rect">
            <a:avLst/>
          </a:prstGeom>
          <a:solidFill>
            <a:srgbClr val="0D3A56"/>
          </a:solidFill>
          <a:ln w="12700">
            <a:solidFill>
              <a:srgbClr val="0D3A56"/>
            </a:solidFill>
            <a:prstDash val="solid"/>
          </a:ln>
        </p:spPr>
      </p:sp>
      <p:sp>
        <p:nvSpPr>
          <p:cNvPr id="6" name="Text 2"/>
          <p:cNvSpPr/>
          <p:nvPr/>
        </p:nvSpPr>
        <p:spPr>
          <a:xfrm>
            <a:off x="685800" y="6677025"/>
            <a:ext cx="3810000" cy="180975"/>
          </a:xfrm>
          <a:prstGeom prst="rect">
            <a:avLst/>
          </a:prstGeom>
          <a:noFill/>
          <a:ln/>
        </p:spPr>
        <p:txBody>
          <a:bodyPr wrap="square" lIns="0" tIns="0" rIns="0" bIns="0" rtlCol="0" anchor="ctr"/>
          <a:lstStyle/>
          <a:p>
            <a:pPr indent="0" marL="0">
              <a:buNone/>
            </a:pPr>
            <a:r>
              <a:rPr lang="en-US" sz="900" b="1" dirty="0">
                <a:solidFill>
                  <a:srgbClr val="FFFFFF"/>
                </a:solidFill>
                <a:latin typeface="Trebuchet MS" pitchFamily="34" charset="0"/>
                <a:ea typeface="Trebuchet MS" pitchFamily="34" charset="-122"/>
                <a:cs typeface="Trebuchet MS" pitchFamily="34" charset="-120"/>
              </a:rPr>
              <a:t>wildbotics.eu</a:t>
            </a:r>
            <a:endParaRPr lang="en-US" sz="900" dirty="0"/>
          </a:p>
        </p:txBody>
      </p:sp>
      <p:sp>
        <p:nvSpPr>
          <p:cNvPr id="7" name="Text 3"/>
          <p:cNvSpPr/>
          <p:nvPr>
            <p:ph idx="105" type="title" hasCustomPrompt="1"/>
          </p:nvPr>
        </p:nvSpPr>
        <p:spPr>
          <a:xfrm>
            <a:off x="685800" y="838200"/>
            <a:ext cx="10820400" cy="762000"/>
          </a:xfrm>
          <a:prstGeom prst="rect">
            <a:avLst/>
          </a:prstGeom>
          <a:noFill/>
          <a:ln/>
        </p:spPr>
        <p:txBody>
          <a:bodyPr wrap="square" rtlCol="0"/>
          <a:lstStyle>
            <a:lvl1pPr algn="l" indent="0" marL="0">
              <a:buNone/>
              <a:defRPr lang="en-US" sz="3000" b="1" dirty="0">
                <a:solidFill>
                  <a:srgbClr val="0D3A56"/>
                </a:solidFill>
                <a:latin typeface="Trebuchet MS" pitchFamily="34" charset="0"/>
                <a:ea typeface="Trebuchet MS" pitchFamily="34" charset="-122"/>
                <a:cs typeface="Trebuchet MS" pitchFamily="34" charset="-120"/>
              </a:defRPr>
            </a:lvl1pPr>
          </a:lstStyle>
          <a:p>
            <a:pPr algn="l" indent="0" marL="0">
              <a:buNone/>
            </a:pPr>
            <a:r>
              <a:rPr lang="en-US" sz="3000" b="1" dirty="0">
                <a:solidFill>
                  <a:srgbClr val="0D3A56"/>
                </a:solidFill>
                <a:latin typeface="Trebuchet MS" pitchFamily="34" charset="0"/>
                <a:ea typeface="Trebuchet MS" pitchFamily="34" charset="-122"/>
                <a:cs typeface="Trebuchet MS" pitchFamily="34" charset="-120"/>
              </a:rPr>
              <a:t>Click to add title</a:t>
            </a:r>
            <a:endParaRPr lang="en-US" sz="3000" dirty="0"/>
          </a:p>
        </p:txBody>
      </p:sp>
      <p:sp>
        <p:nvSpPr>
          <p:cNvPr id="8" name="Text 3"/>
          <p:cNvSpPr/>
          <p:nvPr>
            <p:ph idx="106" type="body" hasCustomPrompt="1"/>
          </p:nvPr>
        </p:nvSpPr>
        <p:spPr>
          <a:xfrm>
            <a:off x="685800" y="1714500"/>
            <a:ext cx="5238750" cy="438150"/>
          </a:xfrm>
          <a:prstGeom prst="rect">
            <a:avLst/>
          </a:prstGeom>
          <a:noFill/>
          <a:ln/>
        </p:spPr>
        <p:txBody>
          <a:bodyPr wrap="square" rtlCol="0"/>
          <a:lstStyle>
            <a:lvl1pPr algn="l" indent="0" marL="0">
              <a:buNone/>
              <a:defRPr lang="en-US" sz="2200" b="1" dirty="0">
                <a:solidFill>
                  <a:srgbClr val="2F7328"/>
                </a:solidFill>
                <a:latin typeface="Trebuchet MS" pitchFamily="34" charset="0"/>
                <a:ea typeface="Trebuchet MS" pitchFamily="34" charset="-122"/>
                <a:cs typeface="Trebuchet MS" pitchFamily="34" charset="-120"/>
              </a:defRPr>
            </a:lvl1pPr>
          </a:lstStyle>
          <a:p>
            <a:pPr algn="l" indent="0" marL="0">
              <a:buNone/>
            </a:pPr>
            <a:r>
              <a:rPr lang="en-US" sz="2200" b="1" dirty="0">
                <a:solidFill>
                  <a:srgbClr val="2F7328"/>
                </a:solidFill>
                <a:latin typeface="Trebuchet MS" pitchFamily="34" charset="0"/>
                <a:ea typeface="Trebuchet MS" pitchFamily="34" charset="-122"/>
                <a:cs typeface="Trebuchet MS" pitchFamily="34" charset="-120"/>
              </a:rPr>
              <a:t>Heading</a:t>
            </a:r>
            <a:endParaRPr lang="en-US" sz="2200" dirty="0"/>
          </a:p>
        </p:txBody>
      </p:sp>
      <p:sp>
        <p:nvSpPr>
          <p:cNvPr id="9" name="Text 3"/>
          <p:cNvSpPr/>
          <p:nvPr>
            <p:ph idx="107" type="body" hasCustomPrompt="1"/>
          </p:nvPr>
        </p:nvSpPr>
        <p:spPr>
          <a:xfrm>
            <a:off x="685800" y="2247900"/>
            <a:ext cx="5238750" cy="4229100"/>
          </a:xfrm>
          <a:prstGeom prst="rect">
            <a:avLst/>
          </a:prstGeom>
          <a:noFill/>
          <a:ln/>
        </p:spPr>
        <p:txBody>
          <a:bodyPr wrap="square" rtlCol="0"/>
          <a:lstStyle>
            <a:lvl1pPr algn="l" indent="0" marL="0">
              <a:buNone/>
              <a:defRPr lang="en-US" sz="2000" dirty="0">
                <a:solidFill>
                  <a:srgbClr val="14222C"/>
                </a:solidFill>
                <a:latin typeface="Trebuchet MS" pitchFamily="34" charset="0"/>
                <a:ea typeface="Trebuchet MS" pitchFamily="34" charset="-122"/>
                <a:cs typeface="Trebuchet MS" pitchFamily="34" charset="-120"/>
              </a:defRPr>
            </a:lvl1pPr>
          </a:lstStyle>
          <a:p>
            <a:pPr algn="l" indent="0" marL="0">
              <a:buNone/>
            </a:pPr>
            <a:r>
              <a:rPr lang="en-US" sz="2000" dirty="0">
                <a:solidFill>
                  <a:srgbClr val="14222C"/>
                </a:solidFill>
                <a:latin typeface="Trebuchet MS" pitchFamily="34" charset="0"/>
                <a:ea typeface="Trebuchet MS" pitchFamily="34" charset="-122"/>
                <a:cs typeface="Trebuchet MS" pitchFamily="34" charset="-120"/>
              </a:rPr>
              <a:t>Click to add text</a:t>
            </a:r>
            <a:endParaRPr lang="en-US" sz="2000" dirty="0"/>
          </a:p>
        </p:txBody>
      </p:sp>
      <p:sp>
        <p:nvSpPr>
          <p:cNvPr id="10" name="Text 3"/>
          <p:cNvSpPr/>
          <p:nvPr>
            <p:ph idx="108" type="body" hasCustomPrompt="1"/>
          </p:nvPr>
        </p:nvSpPr>
        <p:spPr>
          <a:xfrm>
            <a:off x="6267450" y="1714500"/>
            <a:ext cx="5238750" cy="438150"/>
          </a:xfrm>
          <a:prstGeom prst="rect">
            <a:avLst/>
          </a:prstGeom>
          <a:noFill/>
          <a:ln/>
        </p:spPr>
        <p:txBody>
          <a:bodyPr wrap="square" rtlCol="0"/>
          <a:lstStyle>
            <a:lvl1pPr algn="l" indent="0" marL="0">
              <a:buNone/>
              <a:defRPr lang="en-US" sz="2200" b="1" dirty="0">
                <a:solidFill>
                  <a:srgbClr val="2F7328"/>
                </a:solidFill>
                <a:latin typeface="Trebuchet MS" pitchFamily="34" charset="0"/>
                <a:ea typeface="Trebuchet MS" pitchFamily="34" charset="-122"/>
                <a:cs typeface="Trebuchet MS" pitchFamily="34" charset="-120"/>
              </a:defRPr>
            </a:lvl1pPr>
          </a:lstStyle>
          <a:p>
            <a:pPr algn="l" indent="0" marL="0">
              <a:buNone/>
            </a:pPr>
            <a:r>
              <a:rPr lang="en-US" sz="2200" b="1" dirty="0">
                <a:solidFill>
                  <a:srgbClr val="2F7328"/>
                </a:solidFill>
                <a:latin typeface="Trebuchet MS" pitchFamily="34" charset="0"/>
                <a:ea typeface="Trebuchet MS" pitchFamily="34" charset="-122"/>
                <a:cs typeface="Trebuchet MS" pitchFamily="34" charset="-120"/>
              </a:rPr>
              <a:t>Heading</a:t>
            </a:r>
            <a:endParaRPr lang="en-US" sz="2200" dirty="0"/>
          </a:p>
        </p:txBody>
      </p:sp>
      <p:sp>
        <p:nvSpPr>
          <p:cNvPr id="11" name="Text 3"/>
          <p:cNvSpPr/>
          <p:nvPr>
            <p:ph idx="109" type="body" hasCustomPrompt="1"/>
          </p:nvPr>
        </p:nvSpPr>
        <p:spPr>
          <a:xfrm>
            <a:off x="6267450" y="2247900"/>
            <a:ext cx="5238750" cy="4229100"/>
          </a:xfrm>
          <a:prstGeom prst="rect">
            <a:avLst/>
          </a:prstGeom>
          <a:noFill/>
          <a:ln/>
        </p:spPr>
        <p:txBody>
          <a:bodyPr wrap="square" rtlCol="0"/>
          <a:lstStyle>
            <a:lvl1pPr algn="l" indent="0" marL="0">
              <a:buNone/>
              <a:defRPr lang="en-US" sz="2000" dirty="0">
                <a:solidFill>
                  <a:srgbClr val="14222C"/>
                </a:solidFill>
                <a:latin typeface="Trebuchet MS" pitchFamily="34" charset="0"/>
                <a:ea typeface="Trebuchet MS" pitchFamily="34" charset="-122"/>
                <a:cs typeface="Trebuchet MS" pitchFamily="34" charset="-120"/>
              </a:defRPr>
            </a:lvl1pPr>
          </a:lstStyle>
          <a:p>
            <a:pPr algn="l" indent="0" marL="0">
              <a:buNone/>
            </a:pPr>
            <a:r>
              <a:rPr lang="en-US" sz="2000" dirty="0">
                <a:solidFill>
                  <a:srgbClr val="14222C"/>
                </a:solidFill>
                <a:latin typeface="Trebuchet MS" pitchFamily="34" charset="0"/>
                <a:ea typeface="Trebuchet MS" pitchFamily="34" charset="-122"/>
                <a:cs typeface="Trebuchet MS" pitchFamily="34" charset="-120"/>
              </a:rPr>
              <a:t>Click to add text</a:t>
            </a:r>
            <a:endParaRPr lang="en-US" sz="2000" dirty="0"/>
          </a:p>
        </p:txBody>
      </p:sp>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WildBotics Picture with Cap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0287000" cy="723900"/>
          </a:xfrm>
          <a:prstGeom prst="rect">
            <a:avLst/>
          </a:prstGeom>
          <a:solidFill>
            <a:srgbClr val="408A34"/>
          </a:solidFill>
          <a:ln w="12700">
            <a:solidFill>
              <a:srgbClr val="408A34"/>
            </a:solidFill>
            <a:prstDash val="solid"/>
          </a:ln>
        </p:spPr>
      </p:sp>
      <p:pic>
        <p:nvPicPr>
          <p:cNvPr id="3" name="Image 0" descr="">    </p:cNvPr>
          <p:cNvPicPr>
            <a:picLocks noChangeAspect="1"/>
          </p:cNvPicPr>
          <p:nvPr/>
        </p:nvPicPr>
        <p:blipFill>
          <a:blip r:embed="rId1"/>
          <a:stretch>
            <a:fillRect/>
          </a:stretch>
        </p:blipFill>
        <p:spPr>
          <a:xfrm>
            <a:off x="10248900" y="0"/>
            <a:ext cx="1943100" cy="723900"/>
          </a:xfrm>
          <a:prstGeom prst="rect">
            <a:avLst/>
          </a:prstGeom>
        </p:spPr>
      </p:pic>
      <p:pic>
        <p:nvPicPr>
          <p:cNvPr id="4" name="Image 1" descr="WildBotics">    </p:cNvPr>
          <p:cNvPicPr>
            <a:picLocks noChangeAspect="1"/>
          </p:cNvPicPr>
          <p:nvPr/>
        </p:nvPicPr>
        <p:blipFill>
          <a:blip r:embed="rId2"/>
          <a:stretch>
            <a:fillRect/>
          </a:stretch>
        </p:blipFill>
        <p:spPr>
          <a:xfrm>
            <a:off x="190500" y="171450"/>
            <a:ext cx="1524000" cy="381000"/>
          </a:xfrm>
          <a:prstGeom prst="rect">
            <a:avLst/>
          </a:prstGeom>
        </p:spPr>
      </p:pic>
      <p:sp>
        <p:nvSpPr>
          <p:cNvPr id="5" name="Shape 1"/>
          <p:cNvSpPr/>
          <p:nvPr/>
        </p:nvSpPr>
        <p:spPr>
          <a:xfrm>
            <a:off x="0" y="6677025"/>
            <a:ext cx="12192000" cy="180975"/>
          </a:xfrm>
          <a:prstGeom prst="rect">
            <a:avLst/>
          </a:prstGeom>
          <a:solidFill>
            <a:srgbClr val="0D3A56"/>
          </a:solidFill>
          <a:ln w="12700">
            <a:solidFill>
              <a:srgbClr val="0D3A56"/>
            </a:solidFill>
            <a:prstDash val="solid"/>
          </a:ln>
        </p:spPr>
      </p:sp>
      <p:sp>
        <p:nvSpPr>
          <p:cNvPr id="6" name="Text 2"/>
          <p:cNvSpPr/>
          <p:nvPr/>
        </p:nvSpPr>
        <p:spPr>
          <a:xfrm>
            <a:off x="685800" y="6677025"/>
            <a:ext cx="3810000" cy="180975"/>
          </a:xfrm>
          <a:prstGeom prst="rect">
            <a:avLst/>
          </a:prstGeom>
          <a:noFill/>
          <a:ln/>
        </p:spPr>
        <p:txBody>
          <a:bodyPr wrap="square" lIns="0" tIns="0" rIns="0" bIns="0" rtlCol="0" anchor="ctr"/>
          <a:lstStyle/>
          <a:p>
            <a:pPr indent="0" marL="0">
              <a:buNone/>
            </a:pPr>
            <a:r>
              <a:rPr lang="en-US" sz="900" b="1" dirty="0">
                <a:solidFill>
                  <a:srgbClr val="FFFFFF"/>
                </a:solidFill>
                <a:latin typeface="Trebuchet MS" pitchFamily="34" charset="0"/>
                <a:ea typeface="Trebuchet MS" pitchFamily="34" charset="-122"/>
                <a:cs typeface="Trebuchet MS" pitchFamily="34" charset="-120"/>
              </a:rPr>
              <a:t>wildbotics.eu</a:t>
            </a:r>
            <a:endParaRPr lang="en-US" sz="900" dirty="0"/>
          </a:p>
        </p:txBody>
      </p:sp>
      <p:sp>
        <p:nvSpPr>
          <p:cNvPr id="7" name="Text 3"/>
          <p:cNvSpPr/>
          <p:nvPr>
            <p:ph idx="105" type="title" hasCustomPrompt="1"/>
          </p:nvPr>
        </p:nvSpPr>
        <p:spPr>
          <a:xfrm>
            <a:off x="685800" y="838200"/>
            <a:ext cx="10820400" cy="762000"/>
          </a:xfrm>
          <a:prstGeom prst="rect">
            <a:avLst/>
          </a:prstGeom>
          <a:noFill/>
          <a:ln/>
        </p:spPr>
        <p:txBody>
          <a:bodyPr wrap="square" rtlCol="0"/>
          <a:lstStyle>
            <a:lvl1pPr algn="l" indent="0" marL="0">
              <a:buNone/>
              <a:defRPr lang="en-US" sz="3000" b="1" dirty="0">
                <a:solidFill>
                  <a:srgbClr val="0D3A56"/>
                </a:solidFill>
                <a:latin typeface="Trebuchet MS" pitchFamily="34" charset="0"/>
                <a:ea typeface="Trebuchet MS" pitchFamily="34" charset="-122"/>
                <a:cs typeface="Trebuchet MS" pitchFamily="34" charset="-120"/>
              </a:defRPr>
            </a:lvl1pPr>
          </a:lstStyle>
          <a:p>
            <a:pPr algn="l" indent="0" marL="0">
              <a:buNone/>
            </a:pPr>
            <a:r>
              <a:rPr lang="en-US" sz="3000" b="1" dirty="0">
                <a:solidFill>
                  <a:srgbClr val="0D3A56"/>
                </a:solidFill>
                <a:latin typeface="Trebuchet MS" pitchFamily="34" charset="0"/>
                <a:ea typeface="Trebuchet MS" pitchFamily="34" charset="-122"/>
                <a:cs typeface="Trebuchet MS" pitchFamily="34" charset="-120"/>
              </a:rPr>
              <a:t>Click to add title</a:t>
            </a:r>
            <a:endParaRPr lang="en-US" sz="3000" dirty="0"/>
          </a:p>
        </p:txBody>
      </p:sp>
      <p:sp>
        <p:nvSpPr>
          <p:cNvPr id="8" name="Text 3"/>
          <p:cNvSpPr/>
          <p:nvPr>
            <p:ph type="pic" idx="106" hasCustomPrompt="1"/>
          </p:nvPr>
        </p:nvSpPr>
        <p:spPr>
          <a:xfrm>
            <a:off x="685800" y="1714500"/>
            <a:ext cx="7239000" cy="476250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Click the icon to insert a picture</a:t>
            </a:r>
            <a:endParaRPr lang="en-US" dirty="0"/>
          </a:p>
        </p:txBody>
      </p:sp>
      <p:sp>
        <p:nvSpPr>
          <p:cNvPr id="9" name="Text 3"/>
          <p:cNvSpPr/>
          <p:nvPr>
            <p:ph idx="107" type="body" hasCustomPrompt="1"/>
          </p:nvPr>
        </p:nvSpPr>
        <p:spPr>
          <a:xfrm>
            <a:off x="8267700" y="1714500"/>
            <a:ext cx="3238500" cy="4762500"/>
          </a:xfrm>
          <a:prstGeom prst="rect">
            <a:avLst/>
          </a:prstGeom>
          <a:noFill/>
          <a:ln/>
        </p:spPr>
        <p:txBody>
          <a:bodyPr wrap="square" rtlCol="0"/>
          <a:lstStyle>
            <a:lvl1pPr algn="l" indent="0" marL="0">
              <a:buNone/>
              <a:defRPr lang="en-US" sz="1800" dirty="0">
                <a:solidFill>
                  <a:srgbClr val="14222C"/>
                </a:solidFill>
                <a:latin typeface="Trebuchet MS" pitchFamily="34" charset="0"/>
                <a:ea typeface="Trebuchet MS" pitchFamily="34" charset="-122"/>
                <a:cs typeface="Trebuchet MS" pitchFamily="34" charset="-120"/>
              </a:defRPr>
            </a:lvl1pPr>
          </a:lstStyle>
          <a:p>
            <a:pPr algn="l" indent="0" marL="0">
              <a:buNone/>
            </a:pPr>
            <a:r>
              <a:rPr lang="en-US" sz="1800" dirty="0">
                <a:solidFill>
                  <a:srgbClr val="14222C"/>
                </a:solidFill>
                <a:latin typeface="Trebuchet MS" pitchFamily="34" charset="0"/>
                <a:ea typeface="Trebuchet MS" pitchFamily="34" charset="-122"/>
                <a:cs typeface="Trebuchet MS" pitchFamily="34" charset="-120"/>
              </a:rPr>
              <a:t>Click to add a caption</a:t>
            </a:r>
            <a:endParaRPr lang="en-US" sz="1800" dirty="0"/>
          </a:p>
        </p:txBody>
      </p:sp>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WildBotics Title Only">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0287000" cy="723900"/>
          </a:xfrm>
          <a:prstGeom prst="rect">
            <a:avLst/>
          </a:prstGeom>
          <a:solidFill>
            <a:srgbClr val="408A34"/>
          </a:solidFill>
          <a:ln w="12700">
            <a:solidFill>
              <a:srgbClr val="408A34"/>
            </a:solidFill>
            <a:prstDash val="solid"/>
          </a:ln>
        </p:spPr>
      </p:sp>
      <p:pic>
        <p:nvPicPr>
          <p:cNvPr id="3" name="Image 0" descr="">    </p:cNvPr>
          <p:cNvPicPr>
            <a:picLocks noChangeAspect="1"/>
          </p:cNvPicPr>
          <p:nvPr/>
        </p:nvPicPr>
        <p:blipFill>
          <a:blip r:embed="rId1"/>
          <a:stretch>
            <a:fillRect/>
          </a:stretch>
        </p:blipFill>
        <p:spPr>
          <a:xfrm>
            <a:off x="10248900" y="0"/>
            <a:ext cx="1943100" cy="723900"/>
          </a:xfrm>
          <a:prstGeom prst="rect">
            <a:avLst/>
          </a:prstGeom>
        </p:spPr>
      </p:pic>
      <p:pic>
        <p:nvPicPr>
          <p:cNvPr id="4" name="Image 1" descr="WildBotics">    </p:cNvPr>
          <p:cNvPicPr>
            <a:picLocks noChangeAspect="1"/>
          </p:cNvPicPr>
          <p:nvPr/>
        </p:nvPicPr>
        <p:blipFill>
          <a:blip r:embed="rId2"/>
          <a:stretch>
            <a:fillRect/>
          </a:stretch>
        </p:blipFill>
        <p:spPr>
          <a:xfrm>
            <a:off x="190500" y="171450"/>
            <a:ext cx="1524000" cy="381000"/>
          </a:xfrm>
          <a:prstGeom prst="rect">
            <a:avLst/>
          </a:prstGeom>
        </p:spPr>
      </p:pic>
      <p:sp>
        <p:nvSpPr>
          <p:cNvPr id="5" name="Shape 1"/>
          <p:cNvSpPr/>
          <p:nvPr/>
        </p:nvSpPr>
        <p:spPr>
          <a:xfrm>
            <a:off x="0" y="6677025"/>
            <a:ext cx="12192000" cy="180975"/>
          </a:xfrm>
          <a:prstGeom prst="rect">
            <a:avLst/>
          </a:prstGeom>
          <a:solidFill>
            <a:srgbClr val="0D3A56"/>
          </a:solidFill>
          <a:ln w="12700">
            <a:solidFill>
              <a:srgbClr val="0D3A56"/>
            </a:solidFill>
            <a:prstDash val="solid"/>
          </a:ln>
        </p:spPr>
      </p:sp>
      <p:sp>
        <p:nvSpPr>
          <p:cNvPr id="6" name="Text 2"/>
          <p:cNvSpPr/>
          <p:nvPr/>
        </p:nvSpPr>
        <p:spPr>
          <a:xfrm>
            <a:off x="685800" y="6677025"/>
            <a:ext cx="3810000" cy="180975"/>
          </a:xfrm>
          <a:prstGeom prst="rect">
            <a:avLst/>
          </a:prstGeom>
          <a:noFill/>
          <a:ln/>
        </p:spPr>
        <p:txBody>
          <a:bodyPr wrap="square" lIns="0" tIns="0" rIns="0" bIns="0" rtlCol="0" anchor="ctr"/>
          <a:lstStyle/>
          <a:p>
            <a:pPr indent="0" marL="0">
              <a:buNone/>
            </a:pPr>
            <a:r>
              <a:rPr lang="en-US" sz="900" b="1" dirty="0">
                <a:solidFill>
                  <a:srgbClr val="FFFFFF"/>
                </a:solidFill>
                <a:latin typeface="Trebuchet MS" pitchFamily="34" charset="0"/>
                <a:ea typeface="Trebuchet MS" pitchFamily="34" charset="-122"/>
                <a:cs typeface="Trebuchet MS" pitchFamily="34" charset="-120"/>
              </a:rPr>
              <a:t>wildbotics.eu</a:t>
            </a:r>
            <a:endParaRPr lang="en-US" sz="900" dirty="0"/>
          </a:p>
        </p:txBody>
      </p:sp>
      <p:sp>
        <p:nvSpPr>
          <p:cNvPr id="7" name="Text 3"/>
          <p:cNvSpPr/>
          <p:nvPr>
            <p:ph idx="105" type="title" hasCustomPrompt="1"/>
          </p:nvPr>
        </p:nvSpPr>
        <p:spPr>
          <a:xfrm>
            <a:off x="685800" y="838200"/>
            <a:ext cx="10820400" cy="762000"/>
          </a:xfrm>
          <a:prstGeom prst="rect">
            <a:avLst/>
          </a:prstGeom>
          <a:noFill/>
          <a:ln/>
        </p:spPr>
        <p:txBody>
          <a:bodyPr wrap="square" rtlCol="0"/>
          <a:lstStyle>
            <a:lvl1pPr algn="l" indent="0" marL="0">
              <a:buNone/>
              <a:defRPr lang="en-US" sz="3000" b="1" dirty="0">
                <a:solidFill>
                  <a:srgbClr val="0D3A56"/>
                </a:solidFill>
                <a:latin typeface="Trebuchet MS" pitchFamily="34" charset="0"/>
                <a:ea typeface="Trebuchet MS" pitchFamily="34" charset="-122"/>
                <a:cs typeface="Trebuchet MS" pitchFamily="34" charset="-120"/>
              </a:defRPr>
            </a:lvl1pPr>
          </a:lstStyle>
          <a:p>
            <a:pPr algn="l" indent="0" marL="0">
              <a:buNone/>
            </a:pPr>
            <a:r>
              <a:rPr lang="en-US" sz="3000" b="1" dirty="0">
                <a:solidFill>
                  <a:srgbClr val="0D3A56"/>
                </a:solidFill>
                <a:latin typeface="Trebuchet MS" pitchFamily="34" charset="0"/>
                <a:ea typeface="Trebuchet MS" pitchFamily="34" charset="-122"/>
                <a:cs typeface="Trebuchet MS" pitchFamily="34" charset="-120"/>
              </a:rPr>
              <a:t>Click to add title</a:t>
            </a:r>
            <a:endParaRPr lang="en-US" sz="3000" dirty="0"/>
          </a:p>
        </p:txBody>
      </p:sp>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WildBotics Blank with Logo">
    <p:bg>
      <p:bgPr>
        <a:solidFill>
          <a:srgbClr val="FFFFFF"/>
        </a:solidFill>
      </p:bgPr>
    </p:bg>
    <p:spTree>
      <p:nvGrpSpPr>
        <p:cNvPr id="1" name=""/>
        <p:cNvGrpSpPr/>
        <p:nvPr/>
      </p:nvGrpSpPr>
      <p:grpSpPr>
        <a:xfrm>
          <a:off x="0" y="0"/>
          <a:ext cx="0" cy="0"/>
          <a:chOff x="0" y="0"/>
          <a:chExt cx="0" cy="0"/>
        </a:xfrm>
      </p:grpSpPr>
      <p:pic>
        <p:nvPicPr>
          <p:cNvPr id="2" name="Image 0" descr="WildBotics">    </p:cNvPr>
          <p:cNvPicPr>
            <a:picLocks noChangeAspect="1"/>
          </p:cNvPicPr>
          <p:nvPr/>
        </p:nvPicPr>
        <p:blipFill>
          <a:blip r:embed="rId1"/>
          <a:stretch>
            <a:fillRect/>
          </a:stretch>
        </p:blipFill>
        <p:spPr>
          <a:xfrm>
            <a:off x="190500" y="171450"/>
            <a:ext cx="1524000" cy="381000"/>
          </a:xfrm>
          <a:prstGeom prst="rect">
            <a:avLst/>
          </a:prstGeom>
        </p:spPr>
      </p:pic>
      <p:sp>
        <p:nvSpPr>
          <p:cNvPr id="3" name="Shape 0"/>
          <p:cNvSpPr/>
          <p:nvPr/>
        </p:nvSpPr>
        <p:spPr>
          <a:xfrm>
            <a:off x="0" y="6677025"/>
            <a:ext cx="12192000" cy="180975"/>
          </a:xfrm>
          <a:prstGeom prst="rect">
            <a:avLst/>
          </a:prstGeom>
          <a:solidFill>
            <a:srgbClr val="0D3A56"/>
          </a:solidFill>
          <a:ln w="12700">
            <a:solidFill>
              <a:srgbClr val="0D3A56"/>
            </a:solidFill>
            <a:prstDash val="solid"/>
          </a:ln>
        </p:spPr>
      </p:sp>
      <p:sp>
        <p:nvSpPr>
          <p:cNvPr id="4" name="Text 1"/>
          <p:cNvSpPr/>
          <p:nvPr/>
        </p:nvSpPr>
        <p:spPr>
          <a:xfrm>
            <a:off x="685800" y="6677025"/>
            <a:ext cx="3810000" cy="180975"/>
          </a:xfrm>
          <a:prstGeom prst="rect">
            <a:avLst/>
          </a:prstGeom>
          <a:noFill/>
          <a:ln/>
        </p:spPr>
        <p:txBody>
          <a:bodyPr wrap="square" lIns="0" tIns="0" rIns="0" bIns="0" rtlCol="0" anchor="ctr"/>
          <a:lstStyle/>
          <a:p>
            <a:pPr indent="0" marL="0">
              <a:buNone/>
            </a:pPr>
            <a:r>
              <a:rPr lang="en-US" sz="900" b="1" dirty="0">
                <a:solidFill>
                  <a:srgbClr val="FFFFFF"/>
                </a:solidFill>
                <a:latin typeface="Trebuchet MS" pitchFamily="34" charset="0"/>
                <a:ea typeface="Trebuchet MS" pitchFamily="34" charset="-122"/>
                <a:cs typeface="Trebuchet MS" pitchFamily="34" charset="-120"/>
              </a:rPr>
              <a:t>wildbotics.eu</a:t>
            </a:r>
            <a:endParaRPr lang="en-US" sz="900" dirty="0"/>
          </a:p>
        </p:txBody>
      </p:sp>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WildBotics Blank">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677025"/>
            <a:ext cx="12192000" cy="180975"/>
          </a:xfrm>
          <a:prstGeom prst="rect">
            <a:avLst/>
          </a:prstGeom>
          <a:solidFill>
            <a:srgbClr val="0D3A56"/>
          </a:solidFill>
          <a:ln w="12700">
            <a:solidFill>
              <a:srgbClr val="0D3A56"/>
            </a:solidFill>
            <a:prstDash val="solid"/>
          </a:ln>
        </p:spPr>
      </p:sp>
      <p:sp>
        <p:nvSpPr>
          <p:cNvPr id="3" name="Text 1"/>
          <p:cNvSpPr/>
          <p:nvPr/>
        </p:nvSpPr>
        <p:spPr>
          <a:xfrm>
            <a:off x="685800" y="6677025"/>
            <a:ext cx="3810000" cy="180975"/>
          </a:xfrm>
          <a:prstGeom prst="rect">
            <a:avLst/>
          </a:prstGeom>
          <a:noFill/>
          <a:ln/>
        </p:spPr>
        <p:txBody>
          <a:bodyPr wrap="square" lIns="0" tIns="0" rIns="0" bIns="0" rtlCol="0" anchor="ctr"/>
          <a:lstStyle/>
          <a:p>
            <a:pPr indent="0" marL="0">
              <a:buNone/>
            </a:pPr>
            <a:r>
              <a:rPr lang="en-US" sz="900" b="1" dirty="0">
                <a:solidFill>
                  <a:srgbClr val="FFFFFF"/>
                </a:solidFill>
                <a:latin typeface="Trebuchet MS" pitchFamily="34" charset="0"/>
                <a:ea typeface="Trebuchet MS" pitchFamily="34" charset="-122"/>
                <a:cs typeface="Trebuchet MS" pitchFamily="34" charset="-120"/>
              </a:rPr>
              <a:t>wildbotics.eu</a:t>
            </a:r>
            <a:endParaRPr lang="en-US" sz="900" dirty="0"/>
          </a:p>
        </p:txBody>
      </p:sp>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WildBotics Acknowledgements">
    <p:bg>
      <p:bgPr>
        <a:solidFill>
          <a:srgbClr val="FFFFFF"/>
        </a:solidFill>
      </p:bgPr>
    </p:bg>
    <p:spTree>
      <p:nvGrpSpPr>
        <p:cNvPr id="1" name=""/>
        <p:cNvGrpSpPr/>
        <p:nvPr/>
      </p:nvGrpSpPr>
      <p:grpSpPr>
        <a:xfrm>
          <a:off x="0" y="0"/>
          <a:ext cx="0" cy="0"/>
          <a:chOff x="0" y="0"/>
          <a:chExt cx="0" cy="0"/>
        </a:xfrm>
      </p:grpSpPr>
      <p:pic>
        <p:nvPicPr>
          <p:cNvPr id="2" name="Image 0" descr="WildBotics">    </p:cNvPr>
          <p:cNvPicPr>
            <a:picLocks noChangeAspect="1"/>
          </p:cNvPicPr>
          <p:nvPr/>
        </p:nvPicPr>
        <p:blipFill>
          <a:blip r:embed="rId1"/>
          <a:stretch>
            <a:fillRect/>
          </a:stretch>
        </p:blipFill>
        <p:spPr>
          <a:xfrm>
            <a:off x="190500" y="171450"/>
            <a:ext cx="1524000" cy="381000"/>
          </a:xfrm>
          <a:prstGeom prst="rect">
            <a:avLst/>
          </a:prstGeom>
        </p:spPr>
      </p:pic>
      <p:pic>
        <p:nvPicPr>
          <p:cNvPr id="3" name="Image 1" descr="WildBotics partners: Fondazione Bruno Kessler, University of Southern Denmark, University of Bristol, DMR, Ingeniarius, Universidad de Salamanca, TU Delft, Aarhus University, University of Konstanz, BioConsult SH">    </p:cNvPr>
          <p:cNvPicPr>
            <a:picLocks noChangeAspect="1"/>
          </p:cNvPicPr>
          <p:nvPr/>
        </p:nvPicPr>
        <p:blipFill>
          <a:blip r:embed="rId2"/>
          <a:stretch>
            <a:fillRect/>
          </a:stretch>
        </p:blipFill>
        <p:spPr>
          <a:xfrm>
            <a:off x="1619250" y="1600200"/>
            <a:ext cx="8953500" cy="1962150"/>
          </a:xfrm>
          <a:prstGeom prst="rect">
            <a:avLst/>
          </a:prstGeom>
        </p:spPr>
      </p:pic>
      <p:pic>
        <p:nvPicPr>
          <p:cNvPr id="4" name="Image 2" descr="Funded by the European Union">    </p:cNvPr>
          <p:cNvPicPr>
            <a:picLocks noChangeAspect="1"/>
          </p:cNvPicPr>
          <p:nvPr/>
        </p:nvPicPr>
        <p:blipFill>
          <a:blip r:embed="rId3"/>
          <a:stretch>
            <a:fillRect/>
          </a:stretch>
        </p:blipFill>
        <p:spPr>
          <a:xfrm>
            <a:off x="685800" y="4114800"/>
            <a:ext cx="1809750" cy="1676400"/>
          </a:xfrm>
          <a:prstGeom prst="rect">
            <a:avLst/>
          </a:prstGeom>
        </p:spPr>
      </p:pic>
      <p:sp>
        <p:nvSpPr>
          <p:cNvPr id="5" name="Text 0"/>
          <p:cNvSpPr/>
          <p:nvPr/>
        </p:nvSpPr>
        <p:spPr>
          <a:xfrm>
            <a:off x="2781300" y="4152900"/>
            <a:ext cx="4953000" cy="1809750"/>
          </a:xfrm>
          <a:prstGeom prst="rect">
            <a:avLst/>
          </a:prstGeom>
          <a:noFill/>
          <a:ln/>
        </p:spPr>
        <p:txBody>
          <a:bodyPr wrap="square" lIns="0" tIns="0" rIns="0" bIns="0" rtlCol="0" anchor="t"/>
          <a:lstStyle/>
          <a:p>
            <a:pPr indent="0" marL="0">
              <a:buNone/>
            </a:pPr>
            <a:r>
              <a:rPr lang="en-US" sz="1100" dirty="0">
                <a:solidFill>
                  <a:srgbClr val="14222C"/>
                </a:solidFill>
                <a:latin typeface="Trebuchet MS" pitchFamily="34" charset="0"/>
                <a:ea typeface="Trebuchet MS" pitchFamily="34" charset="-122"/>
                <a:cs typeface="Trebuchet MS" pitchFamily="34" charset="-120"/>
              </a:rPr>
              <a:t>WildBotics has received funding from the European Union’s Horizon Europe research and innovation programme under the Marie Skłodowska-Curie grant agreement No 101227034. Funded by the European Union. Views and opinions expressed are however those of the author(s) only and do not necessarily reflect those of the European Union or the European Research Executive Agency (REA). Neither the European Union nor the granting authority can be held responsible for them.</a:t>
            </a:r>
            <a:endParaRPr lang="en-US" sz="1100" dirty="0"/>
          </a:p>
        </p:txBody>
      </p:sp>
      <p:pic>
        <p:nvPicPr>
          <p:cNvPr id="6" name="Image 3" descr="Website">    </p:cNvPr>
          <p:cNvPicPr>
            <a:picLocks noChangeAspect="1"/>
          </p:cNvPicPr>
          <p:nvPr/>
        </p:nvPicPr>
        <p:blipFill>
          <a:blip r:embed="rId4"/>
          <a:stretch>
            <a:fillRect/>
          </a:stretch>
        </p:blipFill>
        <p:spPr>
          <a:xfrm>
            <a:off x="8305800" y="4210050"/>
            <a:ext cx="228600" cy="228600"/>
          </a:xfrm>
          <a:prstGeom prst="rect">
            <a:avLst/>
          </a:prstGeom>
        </p:spPr>
      </p:pic>
      <p:sp>
        <p:nvSpPr>
          <p:cNvPr id="7" name="Text 1">
            <a:hlinkClick r:id="rIdLink1" tooltip=""/>
          </p:cNvPr>
          <p:cNvSpPr/>
          <p:nvPr/>
        </p:nvSpPr>
        <p:spPr>
          <a:xfrm>
            <a:off x="8686800" y="4114800"/>
            <a:ext cx="3238500" cy="419100"/>
          </a:xfrm>
          <a:prstGeom prst="rect">
            <a:avLst/>
          </a:prstGeom>
          <a:noFill/>
          <a:ln/>
        </p:spPr>
        <p:txBody>
          <a:bodyPr wrap="square" lIns="0" tIns="0" rIns="0" bIns="0" rtlCol="0" anchor="ctr"/>
          <a:lstStyle/>
          <a:p>
            <a:pPr indent="0" marL="0">
              <a:buNone/>
            </a:pPr>
            <a:r>
              <a:rPr lang="en-US" sz="1400" b="1" u="sng" dirty="0">
                <a:solidFill>
                  <a:srgbClr val="0D3A56"/>
                </a:solidFill>
                <a:latin typeface="Trebuchet MS" pitchFamily="34" charset="0"/>
                <a:ea typeface="Trebuchet MS" pitchFamily="34" charset="-122"/>
                <a:cs typeface="Trebuchet MS" pitchFamily="34" charset="-120"/>
                <a:hlinkClick r:id="rIdLink1" invalidUrl="" action="" tgtFrame="" tooltip="" history="1" highlightClick="0" endSnd="0">
                  <a:extLst>
                    <a:ext uri="{A12FA001-AC4F-418D-AE19-62706E023703}">
                      <ahyp:hlinkClr xmlns:ahyp="http://schemas.microsoft.com/office/drawing/2018/hyperlinkcolor" val="tx"/>
                    </a:ext>
                  </a:extLst>
                </a:hlinkClick>
              </a:rPr>
              <a:t>WildBotics.eu</a:t>
            </a:r>
            <a:endParaRPr lang="en-US" sz="1400" dirty="0"/>
          </a:p>
        </p:txBody>
      </p:sp>
      <p:pic>
        <p:nvPicPr>
          <p:cNvPr id="8" name="Image 4" descr="Instagram">    </p:cNvPr>
          <p:cNvPicPr>
            <a:picLocks noChangeAspect="1"/>
          </p:cNvPicPr>
          <p:nvPr/>
        </p:nvPicPr>
        <p:blipFill>
          <a:blip r:embed="rId5"/>
          <a:stretch>
            <a:fillRect/>
          </a:stretch>
        </p:blipFill>
        <p:spPr>
          <a:xfrm>
            <a:off x="8305800" y="4629150"/>
            <a:ext cx="228600" cy="228600"/>
          </a:xfrm>
          <a:prstGeom prst="rect">
            <a:avLst/>
          </a:prstGeom>
        </p:spPr>
      </p:pic>
      <p:sp>
        <p:nvSpPr>
          <p:cNvPr id="9" name="Text 2">
            <a:hlinkClick r:id="rIdLink2" tooltip=""/>
          </p:cNvPr>
          <p:cNvSpPr/>
          <p:nvPr/>
        </p:nvSpPr>
        <p:spPr>
          <a:xfrm>
            <a:off x="8686800" y="4533900"/>
            <a:ext cx="3238500" cy="419100"/>
          </a:xfrm>
          <a:prstGeom prst="rect">
            <a:avLst/>
          </a:prstGeom>
          <a:noFill/>
          <a:ln/>
        </p:spPr>
        <p:txBody>
          <a:bodyPr wrap="square" lIns="0" tIns="0" rIns="0" bIns="0" rtlCol="0" anchor="ctr"/>
          <a:lstStyle/>
          <a:p>
            <a:pPr indent="0" marL="0">
              <a:buNone/>
            </a:pPr>
            <a:r>
              <a:rPr lang="en-US" sz="1400" b="1" u="sng" dirty="0">
                <a:solidFill>
                  <a:srgbClr val="0D3A56"/>
                </a:solidFill>
                <a:latin typeface="Trebuchet MS" pitchFamily="34" charset="0"/>
                <a:ea typeface="Trebuchet MS" pitchFamily="34" charset="-122"/>
                <a:cs typeface="Trebuchet MS" pitchFamily="34" charset="-120"/>
                <a:hlinkClick r:id="rIdLink2" invalidUrl="" action="" tgtFrame="" tooltip="" history="1" highlightClick="0" endSnd="0">
                  <a:extLst>
                    <a:ext uri="{A12FA001-AC4F-418D-AE19-62706E023703}">
                      <ahyp:hlinkClr xmlns:ahyp="http://schemas.microsoft.com/office/drawing/2018/hyperlinkcolor" val="tx"/>
                    </a:ext>
                  </a:extLst>
                </a:hlinkClick>
              </a:rPr>
              <a:t>@WildBotics</a:t>
            </a:r>
            <a:endParaRPr lang="en-US" sz="1400" dirty="0"/>
          </a:p>
        </p:txBody>
      </p:sp>
      <p:pic>
        <p:nvPicPr>
          <p:cNvPr id="10" name="Image 5" descr="Bluesky">    </p:cNvPr>
          <p:cNvPicPr>
            <a:picLocks noChangeAspect="1"/>
          </p:cNvPicPr>
          <p:nvPr/>
        </p:nvPicPr>
        <p:blipFill>
          <a:blip r:embed="rId6"/>
          <a:stretch>
            <a:fillRect/>
          </a:stretch>
        </p:blipFill>
        <p:spPr>
          <a:xfrm>
            <a:off x="8305800" y="5048250"/>
            <a:ext cx="228600" cy="228600"/>
          </a:xfrm>
          <a:prstGeom prst="rect">
            <a:avLst/>
          </a:prstGeom>
        </p:spPr>
      </p:pic>
      <p:sp>
        <p:nvSpPr>
          <p:cNvPr id="11" name="Text 3">
            <a:hlinkClick r:id="rIdLink3" tooltip=""/>
          </p:cNvPr>
          <p:cNvSpPr/>
          <p:nvPr/>
        </p:nvSpPr>
        <p:spPr>
          <a:xfrm>
            <a:off x="8686800" y="4953000"/>
            <a:ext cx="3238500" cy="419100"/>
          </a:xfrm>
          <a:prstGeom prst="rect">
            <a:avLst/>
          </a:prstGeom>
          <a:noFill/>
          <a:ln/>
        </p:spPr>
        <p:txBody>
          <a:bodyPr wrap="square" lIns="0" tIns="0" rIns="0" bIns="0" rtlCol="0" anchor="ctr"/>
          <a:lstStyle/>
          <a:p>
            <a:pPr indent="0" marL="0">
              <a:buNone/>
            </a:pPr>
            <a:r>
              <a:rPr lang="en-US" sz="1400" b="1" u="sng" dirty="0">
                <a:solidFill>
                  <a:srgbClr val="0D3A56"/>
                </a:solidFill>
                <a:latin typeface="Trebuchet MS" pitchFamily="34" charset="0"/>
                <a:ea typeface="Trebuchet MS" pitchFamily="34" charset="-122"/>
                <a:cs typeface="Trebuchet MS" pitchFamily="34" charset="-120"/>
                <a:hlinkClick r:id="rIdLink3" invalidUrl="" action="" tgtFrame="" tooltip="" history="1" highlightClick="0" endSnd="0">
                  <a:extLst>
                    <a:ext uri="{A12FA001-AC4F-418D-AE19-62706E023703}">
                      <ahyp:hlinkClr xmlns:ahyp="http://schemas.microsoft.com/office/drawing/2018/hyperlinkcolor" val="tx"/>
                    </a:ext>
                  </a:extLst>
                </a:hlinkClick>
              </a:rPr>
              <a:t>@WildBotics.bsky.social</a:t>
            </a:r>
            <a:endParaRPr lang="en-US" sz="1400" dirty="0"/>
          </a:p>
        </p:txBody>
      </p:sp>
      <p:pic>
        <p:nvPicPr>
          <p:cNvPr id="12" name="Image 6" descr="YouTube">    </p:cNvPr>
          <p:cNvPicPr>
            <a:picLocks noChangeAspect="1"/>
          </p:cNvPicPr>
          <p:nvPr/>
        </p:nvPicPr>
        <p:blipFill>
          <a:blip r:embed="rId7"/>
          <a:stretch>
            <a:fillRect/>
          </a:stretch>
        </p:blipFill>
        <p:spPr>
          <a:xfrm>
            <a:off x="8305800" y="5467350"/>
            <a:ext cx="228600" cy="228600"/>
          </a:xfrm>
          <a:prstGeom prst="rect">
            <a:avLst/>
          </a:prstGeom>
        </p:spPr>
      </p:pic>
      <p:sp>
        <p:nvSpPr>
          <p:cNvPr id="13" name="Text 4">
            <a:hlinkClick r:id="rIdLink4" tooltip=""/>
          </p:cNvPr>
          <p:cNvSpPr/>
          <p:nvPr/>
        </p:nvSpPr>
        <p:spPr>
          <a:xfrm>
            <a:off x="8686800" y="5372100"/>
            <a:ext cx="3238500" cy="419100"/>
          </a:xfrm>
          <a:prstGeom prst="rect">
            <a:avLst/>
          </a:prstGeom>
          <a:noFill/>
          <a:ln/>
        </p:spPr>
        <p:txBody>
          <a:bodyPr wrap="square" lIns="0" tIns="0" rIns="0" bIns="0" rtlCol="0" anchor="ctr"/>
          <a:lstStyle/>
          <a:p>
            <a:pPr indent="0" marL="0">
              <a:buNone/>
            </a:pPr>
            <a:r>
              <a:rPr lang="en-US" sz="1400" b="1" u="sng" dirty="0">
                <a:solidFill>
                  <a:srgbClr val="0D3A56"/>
                </a:solidFill>
                <a:latin typeface="Trebuchet MS" pitchFamily="34" charset="0"/>
                <a:ea typeface="Trebuchet MS" pitchFamily="34" charset="-122"/>
                <a:cs typeface="Trebuchet MS" pitchFamily="34" charset="-120"/>
                <a:hlinkClick r:id="rIdLink4" invalidUrl="" action="" tgtFrame="" tooltip="" history="1" highlightClick="0" endSnd="0">
                  <a:extLst>
                    <a:ext uri="{A12FA001-AC4F-418D-AE19-62706E023703}">
                      <ahyp:hlinkClr xmlns:ahyp="http://schemas.microsoft.com/office/drawing/2018/hyperlinkcolor" val="tx"/>
                    </a:ext>
                  </a:extLst>
                </a:hlinkClick>
              </a:rPr>
              <a:t>@WildBotics_eu</a:t>
            </a:r>
            <a:endParaRPr lang="en-US" sz="1400" dirty="0"/>
          </a:p>
        </p:txBody>
      </p:sp>
      <p:sp>
        <p:nvSpPr>
          <p:cNvPr id="14" name="Shape 5"/>
          <p:cNvSpPr/>
          <p:nvPr/>
        </p:nvSpPr>
        <p:spPr>
          <a:xfrm>
            <a:off x="0" y="6677025"/>
            <a:ext cx="12192000" cy="180975"/>
          </a:xfrm>
          <a:prstGeom prst="rect">
            <a:avLst/>
          </a:prstGeom>
          <a:solidFill>
            <a:srgbClr val="0D3A56"/>
          </a:solidFill>
          <a:ln w="12700">
            <a:solidFill>
              <a:srgbClr val="0D3A56"/>
            </a:solidFill>
            <a:prstDash val="solid"/>
          </a:ln>
        </p:spPr>
      </p:sp>
      <p:sp>
        <p:nvSpPr>
          <p:cNvPr id="15" name="Text 6"/>
          <p:cNvSpPr/>
          <p:nvPr/>
        </p:nvSpPr>
        <p:spPr>
          <a:xfrm>
            <a:off x="685800" y="6677025"/>
            <a:ext cx="3810000" cy="180975"/>
          </a:xfrm>
          <a:prstGeom prst="rect">
            <a:avLst/>
          </a:prstGeom>
          <a:noFill/>
          <a:ln/>
        </p:spPr>
        <p:txBody>
          <a:bodyPr wrap="square" lIns="0" tIns="0" rIns="0" bIns="0" rtlCol="0" anchor="ctr"/>
          <a:lstStyle/>
          <a:p>
            <a:pPr indent="0" marL="0">
              <a:buNone/>
            </a:pPr>
            <a:r>
              <a:rPr lang="en-US" sz="900" b="1" dirty="0">
                <a:solidFill>
                  <a:srgbClr val="FFFFFF"/>
                </a:solidFill>
                <a:latin typeface="Trebuchet MS" pitchFamily="34" charset="0"/>
                <a:ea typeface="Trebuchet MS" pitchFamily="34" charset="-122"/>
                <a:cs typeface="Trebuchet MS" pitchFamily="34" charset="-120"/>
              </a:rPr>
              <a:t>wildbotics.eu</a:t>
            </a:r>
            <a:endParaRPr lang="en-US" sz="900" dirty="0"/>
          </a:p>
        </p:txBody>
      </p:sp>
      <p:sp>
        <p:nvSpPr>
          <p:cNvPr id="16" name="Text 7"/>
          <p:cNvSpPr/>
          <p:nvPr>
            <p:ph idx="114" type="title" hasCustomPrompt="1"/>
          </p:nvPr>
        </p:nvSpPr>
        <p:spPr>
          <a:xfrm>
            <a:off x="685800" y="742950"/>
            <a:ext cx="10820400" cy="666750"/>
          </a:xfrm>
          <a:prstGeom prst="rect">
            <a:avLst/>
          </a:prstGeom>
          <a:noFill/>
          <a:ln/>
        </p:spPr>
        <p:txBody>
          <a:bodyPr wrap="square" rtlCol="0"/>
          <a:lstStyle>
            <a:lvl1pPr algn="l" indent="0" marL="0">
              <a:buNone/>
              <a:defRPr lang="en-US" sz="3000" b="1" dirty="0">
                <a:solidFill>
                  <a:srgbClr val="0D3A56"/>
                </a:solidFill>
                <a:latin typeface="Trebuchet MS" pitchFamily="34" charset="0"/>
                <a:ea typeface="Trebuchet MS" pitchFamily="34" charset="-122"/>
                <a:cs typeface="Trebuchet MS" pitchFamily="34" charset="-120"/>
              </a:defRPr>
            </a:lvl1pPr>
          </a:lstStyle>
          <a:p>
            <a:pPr algn="l" indent="0" marL="0">
              <a:buNone/>
            </a:pPr>
            <a:r>
              <a:rPr lang="en-US" sz="3000" b="1" dirty="0">
                <a:solidFill>
                  <a:srgbClr val="0D3A56"/>
                </a:solidFill>
                <a:latin typeface="Trebuchet MS" pitchFamily="34" charset="0"/>
                <a:ea typeface="Trebuchet MS" pitchFamily="34" charset="-122"/>
                <a:cs typeface="Trebuchet MS" pitchFamily="34" charset="-120"/>
              </a:rPr>
              <a:t>Click to add title</a:t>
            </a: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8.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cture Placeholder 2"/>
          <p:cNvSpPr>
            <a:spLocks noGrp="1"/>
          </p:cNvSpPr>
          <p:nvPr>
            <p:ph type="pic" idx="104"/>
          </p:nvPr>
        </p:nvSpPr>
        <p:spPr/>
      </p:sp>
      <p:sp>
        <p:nvSpPr>
          <p:cNvPr id="3" name="Text 0"/>
          <p:cNvSpPr/>
          <p:nvPr>
            <p:ph idx="105" type="title" hasCustomPrompt="1"/>
          </p:nvPr>
        </p:nvSpPr>
        <p:spPr>
          <a:xfrm>
            <a:off x="685800" y="1619250"/>
            <a:ext cx="5715000" cy="2381250"/>
          </a:xfrm>
          <a:prstGeom prst="rect">
            <a:avLst/>
          </a:prstGeom>
          <a:noFill/>
          <a:ln/>
        </p:spPr>
        <p:txBody>
          <a:bodyPr wrap="square" lIns="0" tIns="0" rIns="0" bIns="0" rtlCol="0" anchor="b"/>
          <a:lstStyle/>
          <a:p>
            <a:pPr algn="l" indent="0" marL="0">
              <a:buNone/>
            </a:pPr>
            <a:r>
              <a:rPr lang="en-US" sz="3600" b="1" dirty="0">
                <a:solidFill>
                  <a:srgbClr val="FFFFFF"/>
                </a:solidFill>
                <a:latin typeface="Trebuchet MS" pitchFamily="34" charset="0"/>
                <a:ea typeface="Trebuchet MS" pitchFamily="34" charset="-122"/>
                <a:cs typeface="Trebuchet MS" pitchFamily="34" charset="-120"/>
              </a:rPr>
              <a:t>Presentation title</a:t>
            </a:r>
            <a:endParaRPr lang="en-US" sz="3600" dirty="0"/>
          </a:p>
        </p:txBody>
      </p:sp>
      <p:sp>
        <p:nvSpPr>
          <p:cNvPr id="4" name="Text 0"/>
          <p:cNvSpPr/>
          <p:nvPr>
            <p:ph idx="106" type="body" hasCustomPrompt="1"/>
          </p:nvPr>
        </p:nvSpPr>
        <p:spPr>
          <a:xfrm>
            <a:off x="685800" y="4095750"/>
            <a:ext cx="5715000" cy="1619250"/>
          </a:xfrm>
          <a:prstGeom prst="rect">
            <a:avLst/>
          </a:prstGeom>
          <a:noFill/>
          <a:ln/>
        </p:spPr>
        <p:txBody>
          <a:bodyPr wrap="square" lIns="0" tIns="0" rIns="0" bIns="0" rtlCol="0" anchor="t"/>
          <a:lstStyle/>
          <a:p>
            <a:pPr algn="l" indent="0" marL="0">
              <a:buNone/>
            </a:pPr>
            <a:r>
              <a:rPr lang="en-US" sz="1800" dirty="0">
                <a:solidFill>
                  <a:srgbClr val="FFFFFF"/>
                </a:solidFill>
                <a:latin typeface="Trebuchet MS" pitchFamily="34" charset="0"/>
                <a:ea typeface="Trebuchet MS" pitchFamily="34" charset="-122"/>
                <a:cs typeface="Trebuchet MS" pitchFamily="34" charset="-120"/>
              </a:rPr>
              <a:t>Subtitle or event</a:t>
            </a:r>
            <a:endParaRPr lang="en-US" sz="1800" dirty="0"/>
          </a:p>
          <a:p>
            <a:pPr algn="l" indent="0" marL="0">
              <a:buNone/>
            </a:pPr>
            <a:r>
              <a:rPr lang="en-US" sz="1800" dirty="0">
                <a:solidFill>
                  <a:srgbClr val="FFFFFF"/>
                </a:solidFill>
                <a:latin typeface="Trebuchet MS" pitchFamily="34" charset="0"/>
                <a:ea typeface="Trebuchet MS" pitchFamily="34" charset="-122"/>
                <a:cs typeface="Trebuchet MS" pitchFamily="34" charset="-120"/>
              </a:rPr>
              <a:t>Presenter name · Institution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5" type="title" hasCustomPrompt="1"/>
          </p:nvPr>
        </p:nvSpPr>
        <p:spPr>
          <a:xfrm>
            <a:off x="685800" y="838200"/>
            <a:ext cx="10820400" cy="762000"/>
          </a:xfrm>
          <a:prstGeom prst="rect">
            <a:avLst/>
          </a:prstGeom>
          <a:noFill/>
          <a:ln/>
        </p:spPr>
        <p:txBody>
          <a:bodyPr wrap="square" lIns="0" tIns="0" rIns="0" bIns="0" rtlCol="0" anchor="ctr"/>
          <a:lstStyle/>
          <a:p>
            <a:pPr algn="l" indent="0" marL="0">
              <a:buNone/>
            </a:pPr>
            <a:r>
              <a:rPr lang="en-US" sz="3000" b="1" dirty="0">
                <a:solidFill>
                  <a:srgbClr val="0D3A56"/>
                </a:solidFill>
                <a:latin typeface="Trebuchet MS" pitchFamily="34" charset="0"/>
                <a:ea typeface="Trebuchet MS" pitchFamily="34" charset="-122"/>
                <a:cs typeface="Trebuchet MS" pitchFamily="34" charset="-120"/>
              </a:rPr>
              <a:t>Using this template</a:t>
            </a:r>
            <a:endParaRPr lang="en-US" sz="3000" dirty="0"/>
          </a:p>
        </p:txBody>
      </p:sp>
      <p:sp>
        <p:nvSpPr>
          <p:cNvPr id="3" name="Text 3"/>
          <p:cNvSpPr/>
          <p:nvPr>
            <p:ph idx="106" type="body" hasCustomPrompt="1"/>
          </p:nvPr>
        </p:nvSpPr>
        <p:spPr>
          <a:xfrm>
            <a:off x="685800" y="1714500"/>
            <a:ext cx="10820400" cy="4762500"/>
          </a:xfrm>
          <a:prstGeom prst="rect">
            <a:avLst/>
          </a:prstGeom>
          <a:noFill/>
          <a:ln/>
        </p:spPr>
        <p:txBody>
          <a:bodyPr wrap="square" lIns="0" tIns="0" rIns="0" bIns="0" rtlCol="0" anchor="t"/>
          <a:lstStyle/>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Add slides from Home › New Slide and pick a WildBotics layout</a:t>
            </a:r>
            <a:endParaRPr lang="en-US" sz="2000" dirty="0"/>
          </a:p>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Each layout has placeholders for the title and content, so text keeps the house style</a:t>
            </a:r>
            <a:endParaRPr lang="en-US" sz="2000" dirty="0"/>
          </a:p>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Change a slide's layout from Home › Layout</a:t>
            </a:r>
            <a:endParaRPr lang="en-US" sz="2000" dirty="0"/>
          </a:p>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The title slide takes a picture: drop one on the curved area and it is cropped to fit</a:t>
            </a:r>
            <a:endParaRPr lang="en-US" sz="2000" dirty="0"/>
          </a:p>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End every public talk with the Acknowledgements layout: partners, EU funding and our channels</a:t>
            </a:r>
            <a:endParaRPr lang="en-US" sz="2000" dirty="0"/>
          </a:p>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Delete these example slides before you start</a:t>
            </a:r>
            <a:endParaRPr lang="en-US" sz="2000" dirty="0"/>
          </a:p>
        </p:txBody>
      </p:sp>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5" type="title" hasCustomPrompt="1"/>
          </p:nvPr>
        </p:nvSpPr>
        <p:spPr>
          <a:xfrm>
            <a:off x="685800" y="2381250"/>
            <a:ext cx="8953500" cy="1428750"/>
          </a:xfrm>
          <a:prstGeom prst="rect">
            <a:avLst/>
          </a:prstGeom>
          <a:noFill/>
          <a:ln/>
        </p:spPr>
        <p:txBody>
          <a:bodyPr wrap="square" lIns="0" tIns="0" rIns="0" bIns="0" rtlCol="0" anchor="b"/>
          <a:lstStyle/>
          <a:p>
            <a:pPr algn="l" indent="0" marL="0">
              <a:buNone/>
            </a:pPr>
            <a:r>
              <a:rPr lang="en-US" sz="4400" b="1" dirty="0">
                <a:solidFill>
                  <a:srgbClr val="FFFFFF"/>
                </a:solidFill>
                <a:latin typeface="Trebuchet MS" pitchFamily="34" charset="0"/>
                <a:ea typeface="Trebuchet MS" pitchFamily="34" charset="-122"/>
                <a:cs typeface="Trebuchet MS" pitchFamily="34" charset="-120"/>
              </a:rPr>
              <a:t>Part 1</a:t>
            </a:r>
            <a:endParaRPr lang="en-US" sz="4400" dirty="0"/>
          </a:p>
        </p:txBody>
      </p:sp>
      <p:sp>
        <p:nvSpPr>
          <p:cNvPr id="3" name="Text 3"/>
          <p:cNvSpPr/>
          <p:nvPr>
            <p:ph idx="106" type="body" hasCustomPrompt="1"/>
          </p:nvPr>
        </p:nvSpPr>
        <p:spPr>
          <a:xfrm>
            <a:off x="685800" y="3857625"/>
            <a:ext cx="8953500" cy="666750"/>
          </a:xfrm>
          <a:prstGeom prst="rect">
            <a:avLst/>
          </a:prstGeom>
          <a:noFill/>
          <a:ln/>
        </p:spPr>
        <p:txBody>
          <a:bodyPr wrap="square" lIns="0" tIns="0" rIns="0" bIns="0" rtlCol="0" anchor="t"/>
          <a:lstStyle/>
          <a:p>
            <a:pPr algn="l" indent="0" marL="0">
              <a:buNone/>
            </a:pPr>
            <a:r>
              <a:rPr lang="en-US" sz="2400" dirty="0">
                <a:solidFill>
                  <a:srgbClr val="FFFFFF"/>
                </a:solidFill>
                <a:latin typeface="Trebuchet MS" pitchFamily="34" charset="0"/>
                <a:ea typeface="Trebuchet MS" pitchFamily="34" charset="-122"/>
                <a:cs typeface="Trebuchet MS" pitchFamily="34" charset="-120"/>
              </a:rPr>
              <a:t>Section subtitle</a:t>
            </a:r>
            <a:endParaRPr lang="en-US" sz="2400" dirty="0"/>
          </a:p>
        </p:txBody>
      </p:sp>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5" type="title" hasCustomPrompt="1"/>
          </p:nvPr>
        </p:nvSpPr>
        <p:spPr>
          <a:xfrm>
            <a:off x="685800" y="838200"/>
            <a:ext cx="10820400" cy="762000"/>
          </a:xfrm>
          <a:prstGeom prst="rect">
            <a:avLst/>
          </a:prstGeom>
          <a:noFill/>
          <a:ln/>
        </p:spPr>
        <p:txBody>
          <a:bodyPr wrap="square" lIns="0" tIns="0" rIns="0" bIns="0" rtlCol="0" anchor="ctr"/>
          <a:lstStyle/>
          <a:p>
            <a:pPr algn="l" indent="0" marL="0">
              <a:buNone/>
            </a:pPr>
            <a:r>
              <a:rPr lang="en-US" sz="3000" b="1" dirty="0">
                <a:solidFill>
                  <a:srgbClr val="0D3A56"/>
                </a:solidFill>
                <a:latin typeface="Trebuchet MS" pitchFamily="34" charset="0"/>
                <a:ea typeface="Trebuchet MS" pitchFamily="34" charset="-122"/>
                <a:cs typeface="Trebuchet MS" pitchFamily="34" charset="-120"/>
              </a:rPr>
              <a:t>Two content</a:t>
            </a:r>
            <a:endParaRPr lang="en-US" sz="3000" dirty="0"/>
          </a:p>
        </p:txBody>
      </p:sp>
      <p:sp>
        <p:nvSpPr>
          <p:cNvPr id="3" name="Text 3"/>
          <p:cNvSpPr/>
          <p:nvPr>
            <p:ph idx="106" type="body" hasCustomPrompt="1"/>
          </p:nvPr>
        </p:nvSpPr>
        <p:spPr>
          <a:xfrm>
            <a:off x="685800" y="1714500"/>
            <a:ext cx="5238750" cy="4762500"/>
          </a:xfrm>
          <a:prstGeom prst="rect">
            <a:avLst/>
          </a:prstGeom>
          <a:noFill/>
          <a:ln/>
        </p:spPr>
        <p:txBody>
          <a:bodyPr wrap="square" lIns="0" tIns="0" rIns="0" bIns="0" rtlCol="0" anchor="t"/>
          <a:lstStyle/>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Research skills (R)</a:t>
            </a:r>
            <a:endParaRPr lang="en-US" sz="2000" dirty="0"/>
          </a:p>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Scientific and technical skills (S)</a:t>
            </a:r>
            <a:endParaRPr lang="en-US" sz="2000" dirty="0"/>
          </a:p>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Transferable skills (T)</a:t>
            </a:r>
            <a:endParaRPr lang="en-US" sz="2000" dirty="0"/>
          </a:p>
        </p:txBody>
      </p:sp>
      <p:sp>
        <p:nvSpPr>
          <p:cNvPr id="4" name="Text 3"/>
          <p:cNvSpPr/>
          <p:nvPr>
            <p:ph idx="107" type="body" hasCustomPrompt="1"/>
          </p:nvPr>
        </p:nvSpPr>
        <p:spPr>
          <a:xfrm>
            <a:off x="6267450" y="1714500"/>
            <a:ext cx="5238750" cy="4762500"/>
          </a:xfrm>
          <a:prstGeom prst="rect">
            <a:avLst/>
          </a:prstGeom>
          <a:noFill/>
          <a:ln/>
        </p:spPr>
        <p:txBody>
          <a:bodyPr wrap="square" lIns="0" tIns="0" rIns="0" bIns="0" rtlCol="0" anchor="t"/>
          <a:lstStyle/>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ECTS towards your doctoral school’s requirement</a:t>
            </a:r>
            <a:endParaRPr lang="en-US" sz="2000" dirty="0"/>
          </a:p>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Credit through follow-on work</a:t>
            </a:r>
            <a:endParaRPr lang="en-US" sz="2000" dirty="0"/>
          </a:p>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Activity log and reflective report</a:t>
            </a:r>
            <a:endParaRPr lang="en-US" sz="2000" dirty="0"/>
          </a:p>
        </p:txBody>
      </p:sp>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5" type="title" hasCustomPrompt="1"/>
          </p:nvPr>
        </p:nvSpPr>
        <p:spPr>
          <a:xfrm>
            <a:off x="685800" y="838200"/>
            <a:ext cx="10820400" cy="762000"/>
          </a:xfrm>
          <a:prstGeom prst="rect">
            <a:avLst/>
          </a:prstGeom>
          <a:noFill/>
          <a:ln/>
        </p:spPr>
        <p:txBody>
          <a:bodyPr wrap="square" lIns="0" tIns="0" rIns="0" bIns="0" rtlCol="0" anchor="ctr"/>
          <a:lstStyle/>
          <a:p>
            <a:pPr algn="l" indent="0" marL="0">
              <a:buNone/>
            </a:pPr>
            <a:r>
              <a:rPr lang="en-US" sz="3000" b="1" dirty="0">
                <a:solidFill>
                  <a:srgbClr val="0D3A56"/>
                </a:solidFill>
                <a:latin typeface="Trebuchet MS" pitchFamily="34" charset="0"/>
                <a:ea typeface="Trebuchet MS" pitchFamily="34" charset="-122"/>
                <a:cs typeface="Trebuchet MS" pitchFamily="34" charset="-120"/>
              </a:rPr>
              <a:t>Comparison</a:t>
            </a:r>
            <a:endParaRPr lang="en-US" sz="3000" dirty="0"/>
          </a:p>
        </p:txBody>
      </p:sp>
      <p:sp>
        <p:nvSpPr>
          <p:cNvPr id="3" name="Text 3"/>
          <p:cNvSpPr/>
          <p:nvPr>
            <p:ph idx="106" type="body" hasCustomPrompt="1"/>
          </p:nvPr>
        </p:nvSpPr>
        <p:spPr>
          <a:xfrm>
            <a:off x="685800" y="1714500"/>
            <a:ext cx="5238750" cy="438150"/>
          </a:xfrm>
          <a:prstGeom prst="rect">
            <a:avLst/>
          </a:prstGeom>
          <a:noFill/>
          <a:ln/>
        </p:spPr>
        <p:txBody>
          <a:bodyPr wrap="square" lIns="0" tIns="0" rIns="0" bIns="0" rtlCol="0" anchor="b"/>
          <a:lstStyle/>
          <a:p>
            <a:pPr algn="l" indent="0" marL="0">
              <a:buNone/>
            </a:pPr>
            <a:r>
              <a:rPr lang="en-US" sz="2200" b="1" dirty="0">
                <a:solidFill>
                  <a:srgbClr val="2F7328"/>
                </a:solidFill>
                <a:latin typeface="Trebuchet MS" pitchFamily="34" charset="0"/>
                <a:ea typeface="Trebuchet MS" pitchFamily="34" charset="-122"/>
                <a:cs typeface="Trebuchet MS" pitchFamily="34" charset="-120"/>
              </a:rPr>
              <a:t>Taught sessions</a:t>
            </a:r>
            <a:endParaRPr lang="en-US" sz="2200" dirty="0"/>
          </a:p>
        </p:txBody>
      </p:sp>
      <p:sp>
        <p:nvSpPr>
          <p:cNvPr id="4" name="Text 3"/>
          <p:cNvSpPr/>
          <p:nvPr>
            <p:ph idx="107" type="body" hasCustomPrompt="1"/>
          </p:nvPr>
        </p:nvSpPr>
        <p:spPr>
          <a:xfrm>
            <a:off x="685800" y="2247900"/>
            <a:ext cx="5238750" cy="4229100"/>
          </a:xfrm>
          <a:prstGeom prst="rect">
            <a:avLst/>
          </a:prstGeom>
          <a:noFill/>
          <a:ln/>
        </p:spPr>
        <p:txBody>
          <a:bodyPr wrap="square" lIns="0" tIns="0" rIns="0" bIns="0" rtlCol="0" anchor="t"/>
          <a:lstStyle/>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Introduce the module</a:t>
            </a:r>
            <a:endParaRPr lang="en-US" sz="2000" dirty="0"/>
          </a:p>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Set out the follow-on work</a:t>
            </a:r>
            <a:endParaRPr lang="en-US" sz="2000" dirty="0"/>
          </a:p>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Count towards the hours</a:t>
            </a:r>
            <a:endParaRPr lang="en-US" sz="2000" dirty="0"/>
          </a:p>
        </p:txBody>
      </p:sp>
      <p:sp>
        <p:nvSpPr>
          <p:cNvPr id="5" name="Text 3"/>
          <p:cNvSpPr/>
          <p:nvPr>
            <p:ph idx="108" type="body" hasCustomPrompt="1"/>
          </p:nvPr>
        </p:nvSpPr>
        <p:spPr>
          <a:xfrm>
            <a:off x="6267450" y="1714500"/>
            <a:ext cx="5238750" cy="438150"/>
          </a:xfrm>
          <a:prstGeom prst="rect">
            <a:avLst/>
          </a:prstGeom>
          <a:noFill/>
          <a:ln/>
        </p:spPr>
        <p:txBody>
          <a:bodyPr wrap="square" lIns="0" tIns="0" rIns="0" bIns="0" rtlCol="0" anchor="b"/>
          <a:lstStyle/>
          <a:p>
            <a:pPr algn="l" indent="0" marL="0">
              <a:buNone/>
            </a:pPr>
            <a:r>
              <a:rPr lang="en-US" sz="2200" b="1" dirty="0">
                <a:solidFill>
                  <a:srgbClr val="2F7328"/>
                </a:solidFill>
                <a:latin typeface="Trebuchet MS" pitchFamily="34" charset="0"/>
                <a:ea typeface="Trebuchet MS" pitchFamily="34" charset="-122"/>
                <a:cs typeface="Trebuchet MS" pitchFamily="34" charset="-120"/>
              </a:rPr>
              <a:t>Follow-on work</a:t>
            </a:r>
            <a:endParaRPr lang="en-US" sz="2200" dirty="0"/>
          </a:p>
        </p:txBody>
      </p:sp>
      <p:sp>
        <p:nvSpPr>
          <p:cNvPr id="6" name="Text 3"/>
          <p:cNvSpPr/>
          <p:nvPr>
            <p:ph idx="109" type="body" hasCustomPrompt="1"/>
          </p:nvPr>
        </p:nvSpPr>
        <p:spPr>
          <a:xfrm>
            <a:off x="6267450" y="2247900"/>
            <a:ext cx="5238750" cy="4229100"/>
          </a:xfrm>
          <a:prstGeom prst="rect">
            <a:avLst/>
          </a:prstGeom>
          <a:noFill/>
          <a:ln/>
        </p:spPr>
        <p:txBody>
          <a:bodyPr wrap="square" lIns="0" tIns="0" rIns="0" bIns="0" rtlCol="0" anchor="t"/>
          <a:lstStyle/>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Applied to your own project</a:t>
            </a:r>
            <a:endParaRPr lang="en-US" sz="2000" dirty="0"/>
          </a:p>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10 hours per ECTS, logged</a:t>
            </a:r>
            <a:endParaRPr lang="en-US" sz="2000" dirty="0"/>
          </a:p>
          <a:p>
            <a:pPr algn="l" marL="279400" indent="-279400">
              <a:spcAft>
                <a:spcPts val="600"/>
              </a:spcAft>
              <a:buSzPct val="100000"/>
              <a:buChar char="•"/>
            </a:pPr>
            <a:r>
              <a:rPr lang="en-US" sz="2000" dirty="0">
                <a:solidFill>
                  <a:srgbClr val="14222C"/>
                </a:solidFill>
                <a:latin typeface="Trebuchet MS" pitchFamily="34" charset="0"/>
                <a:ea typeface="Trebuchet MS" pitchFamily="34" charset="-122"/>
                <a:cs typeface="Trebuchet MS" pitchFamily="34" charset="-120"/>
              </a:rPr>
              <a:t>Written up in a reflective report</a:t>
            </a:r>
            <a:endParaRPr lang="en-US" sz="2000" dirty="0"/>
          </a:p>
        </p:txBody>
      </p:sp>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5" type="title" hasCustomPrompt="1"/>
          </p:nvPr>
        </p:nvSpPr>
        <p:spPr>
          <a:xfrm>
            <a:off x="685800" y="838200"/>
            <a:ext cx="10820400" cy="762000"/>
          </a:xfrm>
          <a:prstGeom prst="rect">
            <a:avLst/>
          </a:prstGeom>
          <a:noFill/>
          <a:ln/>
        </p:spPr>
        <p:txBody>
          <a:bodyPr wrap="square" lIns="0" tIns="0" rIns="0" bIns="0" rtlCol="0" anchor="ctr"/>
          <a:lstStyle/>
          <a:p>
            <a:pPr algn="l" indent="0" marL="0">
              <a:buNone/>
            </a:pPr>
            <a:r>
              <a:rPr lang="en-US" sz="3000" b="1" dirty="0">
                <a:solidFill>
                  <a:srgbClr val="0D3A56"/>
                </a:solidFill>
                <a:latin typeface="Trebuchet MS" pitchFamily="34" charset="0"/>
                <a:ea typeface="Trebuchet MS" pitchFamily="34" charset="-122"/>
                <a:cs typeface="Trebuchet MS" pitchFamily="34" charset="-120"/>
              </a:rPr>
              <a:t>Picture with caption</a:t>
            </a:r>
            <a:endParaRPr lang="en-US" sz="3000" dirty="0"/>
          </a:p>
        </p:txBody>
      </p:sp>
      <p:pic>
        <p:nvPicPr>
          <p:cNvPr id="3" name="Image 0" descr="WildBotics logo">    </p:cNvPr>
          <p:cNvPicPr>
            <a:picLocks noChangeAspect="1"/>
          </p:cNvPicPr>
          <p:nvPr/>
        </p:nvPicPr>
        <p:blipFill>
          <a:blip r:embed="rId1"/>
          <a:stretch>
            <a:fillRect/>
          </a:stretch>
        </p:blipFill>
        <p:spPr>
          <a:xfrm>
            <a:off x="1500188" y="1714500"/>
            <a:ext cx="5610225" cy="4762500"/>
          </a:xfrm>
          <a:prstGeom prst="rect">
            <a:avLst/>
          </a:prstGeom>
        </p:spPr>
      </p:pic>
      <p:sp>
        <p:nvSpPr>
          <p:cNvPr id="4" name="Text 3"/>
          <p:cNvSpPr/>
          <p:nvPr>
            <p:ph idx="107" type="body" hasCustomPrompt="1"/>
          </p:nvPr>
        </p:nvSpPr>
        <p:spPr>
          <a:xfrm>
            <a:off x="8267700" y="1714500"/>
            <a:ext cx="3238500" cy="4762500"/>
          </a:xfrm>
          <a:prstGeom prst="rect">
            <a:avLst/>
          </a:prstGeom>
          <a:noFill/>
          <a:ln/>
        </p:spPr>
        <p:txBody>
          <a:bodyPr wrap="square" lIns="0" tIns="0" rIns="0" bIns="0" rtlCol="0" anchor="t"/>
          <a:lstStyle/>
          <a:p>
            <a:pPr algn="l" indent="0" marL="0">
              <a:buNone/>
            </a:pPr>
            <a:r>
              <a:rPr lang="en-US" sz="1800" dirty="0">
                <a:solidFill>
                  <a:srgbClr val="14222C"/>
                </a:solidFill>
                <a:latin typeface="Trebuchet MS" pitchFamily="34" charset="0"/>
                <a:ea typeface="Trebuchet MS" pitchFamily="34" charset="-122"/>
                <a:cs typeface="Trebuchet MS" pitchFamily="34" charset="-120"/>
              </a:rPr>
              <a:t>Click the icon in the picture placeholder to insert an image. The caption sits beside it.</a:t>
            </a:r>
            <a:endParaRPr lang="en-US" sz="1800" dirty="0"/>
          </a:p>
        </p:txBody>
      </p:sp>
      <p:sp>
        <p:nvSpPr>
          <p:cNvPr id="5" name="Text 3"/>
          <p:cNvSpPr/>
          <p:nvPr>
            <p:ph idx="106" hasCustomPrompt="1"/>
          </p:nvPr>
        </p:nvSpPr>
        <p:spPr>
          <a:xfrm>
            <a:off x="685800" y="1714500"/>
            <a:ext cx="7239000" cy="476250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5" type="title" hasCustomPrompt="1"/>
          </p:nvPr>
        </p:nvSpPr>
        <p:spPr>
          <a:xfrm>
            <a:off x="685800" y="838200"/>
            <a:ext cx="10820400" cy="762000"/>
          </a:xfrm>
          <a:prstGeom prst="rect">
            <a:avLst/>
          </a:prstGeom>
          <a:noFill/>
          <a:ln/>
        </p:spPr>
        <p:txBody>
          <a:bodyPr wrap="square" lIns="0" tIns="0" rIns="0" bIns="0" rtlCol="0" anchor="ctr"/>
          <a:lstStyle/>
          <a:p>
            <a:pPr algn="l" indent="0" marL="0">
              <a:buNone/>
            </a:pPr>
            <a:r>
              <a:rPr lang="en-US" sz="3000" b="1" dirty="0">
                <a:solidFill>
                  <a:srgbClr val="0D3A56"/>
                </a:solidFill>
                <a:latin typeface="Trebuchet MS" pitchFamily="34" charset="0"/>
                <a:ea typeface="Trebuchet MS" pitchFamily="34" charset="-122"/>
                <a:cs typeface="Trebuchet MS" pitchFamily="34" charset="-120"/>
              </a:rPr>
              <a:t>Title only</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85800" y="1809750"/>
          <a:ext cx="7620000" cy="914400"/>
        </p:xfrm>
        <a:graphic>
          <a:graphicData uri="http://schemas.openxmlformats.org/drawingml/2006/table">
            <a:tbl>
              <a:tblPr/>
              <a:tblGrid>
                <a:gridCol w="2095500"/>
                <a:gridCol w="4000500"/>
                <a:gridCol w="1524000"/>
              </a:tblGrid>
              <a:tr h="438150">
                <a:tc>
                  <a:txBody>
                    <a:bodyP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When</a:t>
                      </a:r>
                      <a:endParaRPr lang="en-US" sz="1600" dirty="0">
                        <a:latin typeface="Trebuchet MS" charset="0"/>
                        <a:ea typeface="Trebuchet MS" charset="0"/>
                        <a:cs typeface="Trebuchet MS" charset="0"/>
                      </a:endParaRPr>
                    </a:p>
                  </a:txBody>
                  <a:tcPr marL="91440" marR="91440" marT="45720" marB="45720" anchor="ctr">
                    <a:lnL w="9525" cap="flat" cmpd="sng" algn="ctr">
                      <a:solidFill>
                        <a:srgbClr val="E6EAE4"/>
                      </a:solidFill>
                      <a:prstDash val="solid"/>
                      <a:round/>
                      <a:headEnd type="none" w="med" len="med"/>
                      <a:tailEnd type="none" w="med" len="med"/>
                    </a:lnL>
                    <a:lnR w="9525" cap="flat" cmpd="sng" algn="ctr">
                      <a:solidFill>
                        <a:srgbClr val="E6EAE4"/>
                      </a:solidFill>
                      <a:prstDash val="solid"/>
                      <a:round/>
                      <a:headEnd type="none" w="med" len="med"/>
                      <a:tailEnd type="none" w="med" len="med"/>
                    </a:lnR>
                    <a:lnT w="9525" cap="flat" cmpd="sng" algn="ctr">
                      <a:solidFill>
                        <a:srgbClr val="E6EAE4"/>
                      </a:solidFill>
                      <a:prstDash val="solid"/>
                      <a:round/>
                      <a:headEnd type="none" w="med" len="med"/>
                      <a:tailEnd type="none" w="med" len="med"/>
                    </a:lnT>
                    <a:lnB w="9525" cap="flat" cmpd="sng" algn="ctr">
                      <a:solidFill>
                        <a:srgbClr val="E6EAE4"/>
                      </a:solidFill>
                      <a:prstDash val="solid"/>
                      <a:round/>
                      <a:headEnd type="none" w="med" len="med"/>
                      <a:tailEnd type="none" w="med" len="med"/>
                    </a:lnB>
                    <a:solidFill>
                      <a:srgbClr val="408A34"/>
                    </a:solidFill>
                  </a:tcPr>
                </a:tc>
                <a:tc>
                  <a:txBody>
                    <a:bodyP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Event</a:t>
                      </a:r>
                      <a:endParaRPr lang="en-US" sz="1600" dirty="0">
                        <a:latin typeface="Trebuchet MS" charset="0"/>
                        <a:ea typeface="Trebuchet MS" charset="0"/>
                        <a:cs typeface="Trebuchet MS" charset="0"/>
                      </a:endParaRPr>
                    </a:p>
                  </a:txBody>
                  <a:tcPr marL="91440" marR="91440" marT="45720" marB="45720" anchor="ctr">
                    <a:lnL w="9525" cap="flat" cmpd="sng" algn="ctr">
                      <a:solidFill>
                        <a:srgbClr val="E6EAE4"/>
                      </a:solidFill>
                      <a:prstDash val="solid"/>
                      <a:round/>
                      <a:headEnd type="none" w="med" len="med"/>
                      <a:tailEnd type="none" w="med" len="med"/>
                    </a:lnL>
                    <a:lnR w="9525" cap="flat" cmpd="sng" algn="ctr">
                      <a:solidFill>
                        <a:srgbClr val="E6EAE4"/>
                      </a:solidFill>
                      <a:prstDash val="solid"/>
                      <a:round/>
                      <a:headEnd type="none" w="med" len="med"/>
                      <a:tailEnd type="none" w="med" len="med"/>
                    </a:lnR>
                    <a:lnT w="9525" cap="flat" cmpd="sng" algn="ctr">
                      <a:solidFill>
                        <a:srgbClr val="E6EAE4"/>
                      </a:solidFill>
                      <a:prstDash val="solid"/>
                      <a:round/>
                      <a:headEnd type="none" w="med" len="med"/>
                      <a:tailEnd type="none" w="med" len="med"/>
                    </a:lnT>
                    <a:lnB w="9525" cap="flat" cmpd="sng" algn="ctr">
                      <a:solidFill>
                        <a:srgbClr val="E6EAE4"/>
                      </a:solidFill>
                      <a:prstDash val="solid"/>
                      <a:round/>
                      <a:headEnd type="none" w="med" len="med"/>
                      <a:tailEnd type="none" w="med" len="med"/>
                    </a:lnB>
                    <a:solidFill>
                      <a:srgbClr val="408A34"/>
                    </a:solidFill>
                  </a:tcPr>
                </a:tc>
                <a:tc>
                  <a:txBody>
                    <a:bodyPr/>
                    <a:lstStyle/>
                    <a:p>
                      <a:pPr algn="ctr" indent="0" marL="0">
                        <a:buNone/>
                      </a:pPr>
                      <a:r>
                        <a:rPr lang="en-US" sz="1600" b="1" dirty="0">
                          <a:solidFill>
                            <a:srgbClr val="FFFFFF"/>
                          </a:solidFill>
                          <a:latin typeface="Trebuchet MS" pitchFamily="34" charset="0"/>
                          <a:ea typeface="Trebuchet MS" pitchFamily="34" charset="-122"/>
                          <a:cs typeface="Trebuchet MS" pitchFamily="34" charset="-120"/>
                        </a:rPr>
                        <a:t>Module ECTS</a:t>
                      </a:r>
                      <a:endParaRPr lang="en-US" sz="1600" dirty="0">
                        <a:latin typeface="Trebuchet MS" charset="0"/>
                        <a:ea typeface="Trebuchet MS" charset="0"/>
                        <a:cs typeface="Trebuchet MS" charset="0"/>
                      </a:endParaRPr>
                    </a:p>
                  </a:txBody>
                  <a:tcPr marL="91440" marR="91440" marT="45720" marB="45720" anchor="ctr">
                    <a:lnL w="9525" cap="flat" cmpd="sng" algn="ctr">
                      <a:solidFill>
                        <a:srgbClr val="E6EAE4"/>
                      </a:solidFill>
                      <a:prstDash val="solid"/>
                      <a:round/>
                      <a:headEnd type="none" w="med" len="med"/>
                      <a:tailEnd type="none" w="med" len="med"/>
                    </a:lnL>
                    <a:lnR w="9525" cap="flat" cmpd="sng" algn="ctr">
                      <a:solidFill>
                        <a:srgbClr val="E6EAE4"/>
                      </a:solidFill>
                      <a:prstDash val="solid"/>
                      <a:round/>
                      <a:headEnd type="none" w="med" len="med"/>
                      <a:tailEnd type="none" w="med" len="med"/>
                    </a:lnR>
                    <a:lnT w="9525" cap="flat" cmpd="sng" algn="ctr">
                      <a:solidFill>
                        <a:srgbClr val="E6EAE4"/>
                      </a:solidFill>
                      <a:prstDash val="solid"/>
                      <a:round/>
                      <a:headEnd type="none" w="med" len="med"/>
                      <a:tailEnd type="none" w="med" len="med"/>
                    </a:lnT>
                    <a:lnB w="9525" cap="flat" cmpd="sng" algn="ctr">
                      <a:solidFill>
                        <a:srgbClr val="E6EAE4"/>
                      </a:solidFill>
                      <a:prstDash val="solid"/>
                      <a:round/>
                      <a:headEnd type="none" w="med" len="med"/>
                      <a:tailEnd type="none" w="med" len="med"/>
                    </a:lnB>
                    <a:solidFill>
                      <a:srgbClr val="408A34"/>
                    </a:solidFill>
                  </a:tcPr>
                </a:tc>
              </a:tr>
              <a:tr h="438150">
                <a:tc>
                  <a:txBody>
                    <a:bodyPr/>
                    <a:lstStyle/>
                    <a:p>
                      <a:pPr indent="0" marL="0">
                        <a:buNone/>
                      </a:pPr>
                      <a:r>
                        <a:rPr lang="en-US" sz="1600" dirty="0">
                          <a:solidFill>
                            <a:srgbClr val="14222C"/>
                          </a:solidFill>
                          <a:latin typeface="Trebuchet MS" pitchFamily="34" charset="0"/>
                          <a:ea typeface="Trebuchet MS" pitchFamily="34" charset="-122"/>
                          <a:cs typeface="Trebuchet MS" pitchFamily="34" charset="-120"/>
                        </a:rPr>
                        <a:t>M9 · Sep 2026</a:t>
                      </a:r>
                      <a:endParaRPr lang="en-US" sz="1600" dirty="0">
                        <a:latin typeface="Trebuchet MS" charset="0"/>
                        <a:ea typeface="Trebuchet MS" charset="0"/>
                        <a:cs typeface="Trebuchet MS" charset="0"/>
                      </a:endParaRPr>
                    </a:p>
                  </a:txBody>
                  <a:tcPr marL="91440" marR="91440" marT="45720" marB="45720" anchor="ctr">
                    <a:lnL w="9525" cap="flat" cmpd="sng" algn="ctr">
                      <a:solidFill>
                        <a:srgbClr val="E6EAE4"/>
                      </a:solidFill>
                      <a:prstDash val="solid"/>
                      <a:round/>
                      <a:headEnd type="none" w="med" len="med"/>
                      <a:tailEnd type="none" w="med" len="med"/>
                    </a:lnL>
                    <a:lnR w="9525" cap="flat" cmpd="sng" algn="ctr">
                      <a:solidFill>
                        <a:srgbClr val="E6EAE4"/>
                      </a:solidFill>
                      <a:prstDash val="solid"/>
                      <a:round/>
                      <a:headEnd type="none" w="med" len="med"/>
                      <a:tailEnd type="none" w="med" len="med"/>
                    </a:lnR>
                    <a:lnT w="9525" cap="flat" cmpd="sng" algn="ctr">
                      <a:solidFill>
                        <a:srgbClr val="E6EAE4"/>
                      </a:solidFill>
                      <a:prstDash val="solid"/>
                      <a:round/>
                      <a:headEnd type="none" w="med" len="med"/>
                      <a:tailEnd type="none" w="med" len="med"/>
                    </a:lnT>
                    <a:lnB w="9525" cap="flat" cmpd="sng" algn="ctr">
                      <a:solidFill>
                        <a:srgbClr val="E6EAE4"/>
                      </a:solidFill>
                      <a:prstDash val="solid"/>
                      <a:round/>
                      <a:headEnd type="none" w="med" len="med"/>
                      <a:tailEnd type="none" w="med" len="med"/>
                    </a:lnB>
                  </a:tcPr>
                </a:tc>
                <a:tc>
                  <a:txBody>
                    <a:bodyPr/>
                    <a:lstStyle/>
                    <a:p>
                      <a:pPr indent="0" marL="0">
                        <a:buNone/>
                      </a:pPr>
                      <a:r>
                        <a:rPr lang="en-US" sz="1600" dirty="0">
                          <a:solidFill>
                            <a:srgbClr val="14222C"/>
                          </a:solidFill>
                          <a:latin typeface="Trebuchet MS" pitchFamily="34" charset="0"/>
                          <a:ea typeface="Trebuchet MS" pitchFamily="34" charset="-122"/>
                          <a:cs typeface="Trebuchet MS" pitchFamily="34" charset="-120"/>
                        </a:rPr>
                        <a:t>First training event, FBK</a:t>
                      </a:r>
                      <a:endParaRPr lang="en-US" sz="1600" dirty="0">
                        <a:latin typeface="Trebuchet MS" charset="0"/>
                        <a:ea typeface="Trebuchet MS" charset="0"/>
                        <a:cs typeface="Trebuchet MS" charset="0"/>
                      </a:endParaRPr>
                    </a:p>
                  </a:txBody>
                  <a:tcPr marL="91440" marR="91440" marT="45720" marB="45720" anchor="ctr">
                    <a:lnL w="9525" cap="flat" cmpd="sng" algn="ctr">
                      <a:solidFill>
                        <a:srgbClr val="E6EAE4"/>
                      </a:solidFill>
                      <a:prstDash val="solid"/>
                      <a:round/>
                      <a:headEnd type="none" w="med" len="med"/>
                      <a:tailEnd type="none" w="med" len="med"/>
                    </a:lnL>
                    <a:lnR w="9525" cap="flat" cmpd="sng" algn="ctr">
                      <a:solidFill>
                        <a:srgbClr val="E6EAE4"/>
                      </a:solidFill>
                      <a:prstDash val="solid"/>
                      <a:round/>
                      <a:headEnd type="none" w="med" len="med"/>
                      <a:tailEnd type="none" w="med" len="med"/>
                    </a:lnR>
                    <a:lnT w="9525" cap="flat" cmpd="sng" algn="ctr">
                      <a:solidFill>
                        <a:srgbClr val="E6EAE4"/>
                      </a:solidFill>
                      <a:prstDash val="solid"/>
                      <a:round/>
                      <a:headEnd type="none" w="med" len="med"/>
                      <a:tailEnd type="none" w="med" len="med"/>
                    </a:lnT>
                    <a:lnB w="9525" cap="flat" cmpd="sng" algn="ctr">
                      <a:solidFill>
                        <a:srgbClr val="E6EAE4"/>
                      </a:solidFill>
                      <a:prstDash val="solid"/>
                      <a:round/>
                      <a:headEnd type="none" w="med" len="med"/>
                      <a:tailEnd type="none" w="med" len="med"/>
                    </a:lnB>
                  </a:tcPr>
                </a:tc>
                <a:tc>
                  <a:txBody>
                    <a:bodyPr/>
                    <a:lstStyle/>
                    <a:p>
                      <a:pPr algn="ctr" indent="0" marL="0">
                        <a:buNone/>
                      </a:pPr>
                      <a:r>
                        <a:rPr lang="en-US" sz="1600" dirty="0">
                          <a:solidFill>
                            <a:srgbClr val="14222C"/>
                          </a:solidFill>
                          <a:latin typeface="Trebuchet MS" pitchFamily="34" charset="0"/>
                          <a:ea typeface="Trebuchet MS" pitchFamily="34" charset="-122"/>
                          <a:cs typeface="Trebuchet MS" pitchFamily="34" charset="-120"/>
                        </a:rPr>
                        <a:t>7</a:t>
                      </a:r>
                      <a:endParaRPr lang="en-US" sz="1600" dirty="0">
                        <a:latin typeface="Trebuchet MS" charset="0"/>
                        <a:ea typeface="Trebuchet MS" charset="0"/>
                        <a:cs typeface="Trebuchet MS" charset="0"/>
                      </a:endParaRPr>
                    </a:p>
                  </a:txBody>
                  <a:tcPr marL="91440" marR="91440" marT="45720" marB="45720" anchor="ctr">
                    <a:lnL w="9525" cap="flat" cmpd="sng" algn="ctr">
                      <a:solidFill>
                        <a:srgbClr val="E6EAE4"/>
                      </a:solidFill>
                      <a:prstDash val="solid"/>
                      <a:round/>
                      <a:headEnd type="none" w="med" len="med"/>
                      <a:tailEnd type="none" w="med" len="med"/>
                    </a:lnL>
                    <a:lnR w="9525" cap="flat" cmpd="sng" algn="ctr">
                      <a:solidFill>
                        <a:srgbClr val="E6EAE4"/>
                      </a:solidFill>
                      <a:prstDash val="solid"/>
                      <a:round/>
                      <a:headEnd type="none" w="med" len="med"/>
                      <a:tailEnd type="none" w="med" len="med"/>
                    </a:lnR>
                    <a:lnT w="9525" cap="flat" cmpd="sng" algn="ctr">
                      <a:solidFill>
                        <a:srgbClr val="E6EAE4"/>
                      </a:solidFill>
                      <a:prstDash val="solid"/>
                      <a:round/>
                      <a:headEnd type="none" w="med" len="med"/>
                      <a:tailEnd type="none" w="med" len="med"/>
                    </a:lnT>
                    <a:lnB w="9525" cap="flat" cmpd="sng" algn="ctr">
                      <a:solidFill>
                        <a:srgbClr val="E6EAE4"/>
                      </a:solidFill>
                      <a:prstDash val="solid"/>
                      <a:round/>
                      <a:headEnd type="none" w="med" len="med"/>
                      <a:tailEnd type="none" w="med" len="med"/>
                    </a:lnB>
                  </a:tcPr>
                </a:tc>
              </a:tr>
              <a:tr h="438150">
                <a:tc>
                  <a:txBody>
                    <a:bodyPr/>
                    <a:lstStyle/>
                    <a:p>
                      <a:pPr indent="0" marL="0">
                        <a:buNone/>
                      </a:pPr>
                      <a:r>
                        <a:rPr lang="en-US" sz="1600" dirty="0">
                          <a:solidFill>
                            <a:srgbClr val="14222C"/>
                          </a:solidFill>
                          <a:latin typeface="Trebuchet MS" pitchFamily="34" charset="0"/>
                          <a:ea typeface="Trebuchet MS" pitchFamily="34" charset="-122"/>
                          <a:cs typeface="Trebuchet MS" pitchFamily="34" charset="-120"/>
                        </a:rPr>
                        <a:t>M12 · Dec 2026</a:t>
                      </a:r>
                      <a:endParaRPr lang="en-US" sz="1600" dirty="0">
                        <a:latin typeface="Trebuchet MS" charset="0"/>
                        <a:ea typeface="Trebuchet MS" charset="0"/>
                        <a:cs typeface="Trebuchet MS" charset="0"/>
                      </a:endParaRPr>
                    </a:p>
                  </a:txBody>
                  <a:tcPr marL="91440" marR="91440" marT="45720" marB="45720" anchor="ctr">
                    <a:lnL w="9525" cap="flat" cmpd="sng" algn="ctr">
                      <a:solidFill>
                        <a:srgbClr val="E6EAE4"/>
                      </a:solidFill>
                      <a:prstDash val="solid"/>
                      <a:round/>
                      <a:headEnd type="none" w="med" len="med"/>
                      <a:tailEnd type="none" w="med" len="med"/>
                    </a:lnL>
                    <a:lnR w="9525" cap="flat" cmpd="sng" algn="ctr">
                      <a:solidFill>
                        <a:srgbClr val="E6EAE4"/>
                      </a:solidFill>
                      <a:prstDash val="solid"/>
                      <a:round/>
                      <a:headEnd type="none" w="med" len="med"/>
                      <a:tailEnd type="none" w="med" len="med"/>
                    </a:lnR>
                    <a:lnT w="9525" cap="flat" cmpd="sng" algn="ctr">
                      <a:solidFill>
                        <a:srgbClr val="E6EAE4"/>
                      </a:solidFill>
                      <a:prstDash val="solid"/>
                      <a:round/>
                      <a:headEnd type="none" w="med" len="med"/>
                      <a:tailEnd type="none" w="med" len="med"/>
                    </a:lnT>
                    <a:lnB w="9525" cap="flat" cmpd="sng" algn="ctr">
                      <a:solidFill>
                        <a:srgbClr val="E6EAE4"/>
                      </a:solidFill>
                      <a:prstDash val="solid"/>
                      <a:round/>
                      <a:headEnd type="none" w="med" len="med"/>
                      <a:tailEnd type="none" w="med" len="med"/>
                    </a:lnB>
                  </a:tcPr>
                </a:tc>
                <a:tc>
                  <a:txBody>
                    <a:bodyPr/>
                    <a:lstStyle/>
                    <a:p>
                      <a:pPr indent="0" marL="0">
                        <a:buNone/>
                      </a:pPr>
                      <a:r>
                        <a:rPr lang="en-US" sz="1600" dirty="0">
                          <a:solidFill>
                            <a:srgbClr val="14222C"/>
                          </a:solidFill>
                          <a:latin typeface="Trebuchet MS" pitchFamily="34" charset="0"/>
                          <a:ea typeface="Trebuchet MS" pitchFamily="34" charset="-122"/>
                          <a:cs typeface="Trebuchet MS" pitchFamily="34" charset="-120"/>
                        </a:rPr>
                        <a:t>eLearning modules</a:t>
                      </a:r>
                      <a:endParaRPr lang="en-US" sz="1600" dirty="0">
                        <a:latin typeface="Trebuchet MS" charset="0"/>
                        <a:ea typeface="Trebuchet MS" charset="0"/>
                        <a:cs typeface="Trebuchet MS" charset="0"/>
                      </a:endParaRPr>
                    </a:p>
                  </a:txBody>
                  <a:tcPr marL="91440" marR="91440" marT="45720" marB="45720" anchor="ctr">
                    <a:lnL w="9525" cap="flat" cmpd="sng" algn="ctr">
                      <a:solidFill>
                        <a:srgbClr val="E6EAE4"/>
                      </a:solidFill>
                      <a:prstDash val="solid"/>
                      <a:round/>
                      <a:headEnd type="none" w="med" len="med"/>
                      <a:tailEnd type="none" w="med" len="med"/>
                    </a:lnL>
                    <a:lnR w="9525" cap="flat" cmpd="sng" algn="ctr">
                      <a:solidFill>
                        <a:srgbClr val="E6EAE4"/>
                      </a:solidFill>
                      <a:prstDash val="solid"/>
                      <a:round/>
                      <a:headEnd type="none" w="med" len="med"/>
                      <a:tailEnd type="none" w="med" len="med"/>
                    </a:lnR>
                    <a:lnT w="9525" cap="flat" cmpd="sng" algn="ctr">
                      <a:solidFill>
                        <a:srgbClr val="E6EAE4"/>
                      </a:solidFill>
                      <a:prstDash val="solid"/>
                      <a:round/>
                      <a:headEnd type="none" w="med" len="med"/>
                      <a:tailEnd type="none" w="med" len="med"/>
                    </a:lnT>
                    <a:lnB w="9525" cap="flat" cmpd="sng" algn="ctr">
                      <a:solidFill>
                        <a:srgbClr val="E6EAE4"/>
                      </a:solidFill>
                      <a:prstDash val="solid"/>
                      <a:round/>
                      <a:headEnd type="none" w="med" len="med"/>
                      <a:tailEnd type="none" w="med" len="med"/>
                    </a:lnB>
                  </a:tcPr>
                </a:tc>
                <a:tc>
                  <a:txBody>
                    <a:bodyPr/>
                    <a:lstStyle/>
                    <a:p>
                      <a:pPr algn="ctr" indent="0" marL="0">
                        <a:buNone/>
                      </a:pPr>
                      <a:r>
                        <a:rPr lang="en-US" sz="1600" dirty="0">
                          <a:solidFill>
                            <a:srgbClr val="14222C"/>
                          </a:solidFill>
                          <a:latin typeface="Trebuchet MS" pitchFamily="34" charset="0"/>
                          <a:ea typeface="Trebuchet MS" pitchFamily="34" charset="-122"/>
                          <a:cs typeface="Trebuchet MS" pitchFamily="34" charset="-120"/>
                        </a:rPr>
                        <a:t>9</a:t>
                      </a:r>
                      <a:endParaRPr lang="en-US" sz="1600" dirty="0">
                        <a:latin typeface="Trebuchet MS" charset="0"/>
                        <a:ea typeface="Trebuchet MS" charset="0"/>
                        <a:cs typeface="Trebuchet MS" charset="0"/>
                      </a:endParaRPr>
                    </a:p>
                  </a:txBody>
                  <a:tcPr marL="91440" marR="91440" marT="45720" marB="45720" anchor="ctr">
                    <a:lnL w="9525" cap="flat" cmpd="sng" algn="ctr">
                      <a:solidFill>
                        <a:srgbClr val="E6EAE4"/>
                      </a:solidFill>
                      <a:prstDash val="solid"/>
                      <a:round/>
                      <a:headEnd type="none" w="med" len="med"/>
                      <a:tailEnd type="none" w="med" len="med"/>
                    </a:lnL>
                    <a:lnR w="9525" cap="flat" cmpd="sng" algn="ctr">
                      <a:solidFill>
                        <a:srgbClr val="E6EAE4"/>
                      </a:solidFill>
                      <a:prstDash val="solid"/>
                      <a:round/>
                      <a:headEnd type="none" w="med" len="med"/>
                      <a:tailEnd type="none" w="med" len="med"/>
                    </a:lnR>
                    <a:lnT w="9525" cap="flat" cmpd="sng" algn="ctr">
                      <a:solidFill>
                        <a:srgbClr val="E6EAE4"/>
                      </a:solidFill>
                      <a:prstDash val="solid"/>
                      <a:round/>
                      <a:headEnd type="none" w="med" len="med"/>
                      <a:tailEnd type="none" w="med" len="med"/>
                    </a:lnT>
                    <a:lnB w="9525" cap="flat" cmpd="sng" algn="ctr">
                      <a:solidFill>
                        <a:srgbClr val="E6EAE4"/>
                      </a:solidFill>
                      <a:prstDash val="solid"/>
                      <a:round/>
                      <a:headEnd type="none" w="med" len="med"/>
                      <a:tailEnd type="none" w="med" len="med"/>
                    </a:lnB>
                  </a:tcPr>
                </a:tc>
              </a:tr>
              <a:tr h="438150">
                <a:tc>
                  <a:txBody>
                    <a:bodyPr/>
                    <a:lstStyle/>
                    <a:p>
                      <a:pPr indent="0" marL="0">
                        <a:buNone/>
                      </a:pPr>
                      <a:r>
                        <a:rPr lang="en-US" sz="1600" dirty="0">
                          <a:solidFill>
                            <a:srgbClr val="14222C"/>
                          </a:solidFill>
                          <a:latin typeface="Trebuchet MS" pitchFamily="34" charset="0"/>
                          <a:ea typeface="Trebuchet MS" pitchFamily="34" charset="-122"/>
                          <a:cs typeface="Trebuchet MS" pitchFamily="34" charset="-120"/>
                        </a:rPr>
                        <a:t>M18 · Jun 2027</a:t>
                      </a:r>
                      <a:endParaRPr lang="en-US" sz="1600" dirty="0">
                        <a:latin typeface="Trebuchet MS" charset="0"/>
                        <a:ea typeface="Trebuchet MS" charset="0"/>
                        <a:cs typeface="Trebuchet MS" charset="0"/>
                      </a:endParaRPr>
                    </a:p>
                  </a:txBody>
                  <a:tcPr marL="91440" marR="91440" marT="45720" marB="45720" anchor="ctr">
                    <a:lnL w="9525" cap="flat" cmpd="sng" algn="ctr">
                      <a:solidFill>
                        <a:srgbClr val="E6EAE4"/>
                      </a:solidFill>
                      <a:prstDash val="solid"/>
                      <a:round/>
                      <a:headEnd type="none" w="med" len="med"/>
                      <a:tailEnd type="none" w="med" len="med"/>
                    </a:lnL>
                    <a:lnR w="9525" cap="flat" cmpd="sng" algn="ctr">
                      <a:solidFill>
                        <a:srgbClr val="E6EAE4"/>
                      </a:solidFill>
                      <a:prstDash val="solid"/>
                      <a:round/>
                      <a:headEnd type="none" w="med" len="med"/>
                      <a:tailEnd type="none" w="med" len="med"/>
                    </a:lnR>
                    <a:lnT w="9525" cap="flat" cmpd="sng" algn="ctr">
                      <a:solidFill>
                        <a:srgbClr val="E6EAE4"/>
                      </a:solidFill>
                      <a:prstDash val="solid"/>
                      <a:round/>
                      <a:headEnd type="none" w="med" len="med"/>
                      <a:tailEnd type="none" w="med" len="med"/>
                    </a:lnT>
                    <a:lnB w="9525" cap="flat" cmpd="sng" algn="ctr">
                      <a:solidFill>
                        <a:srgbClr val="E6EAE4"/>
                      </a:solidFill>
                      <a:prstDash val="solid"/>
                      <a:round/>
                      <a:headEnd type="none" w="med" len="med"/>
                      <a:tailEnd type="none" w="med" len="med"/>
                    </a:lnB>
                  </a:tcPr>
                </a:tc>
                <a:tc>
                  <a:txBody>
                    <a:bodyPr/>
                    <a:lstStyle/>
                    <a:p>
                      <a:pPr indent="0" marL="0">
                        <a:buNone/>
                      </a:pPr>
                      <a:r>
                        <a:rPr lang="en-US" sz="1600" dirty="0">
                          <a:solidFill>
                            <a:srgbClr val="14222C"/>
                          </a:solidFill>
                          <a:latin typeface="Trebuchet MS" pitchFamily="34" charset="0"/>
                          <a:ea typeface="Trebuchet MS" pitchFamily="34" charset="-122"/>
                          <a:cs typeface="Trebuchet MS" pitchFamily="34" charset="-120"/>
                        </a:rPr>
                        <a:t>Robotics training event, TU Delft</a:t>
                      </a:r>
                      <a:endParaRPr lang="en-US" sz="1600" dirty="0">
                        <a:latin typeface="Trebuchet MS" charset="0"/>
                        <a:ea typeface="Trebuchet MS" charset="0"/>
                        <a:cs typeface="Trebuchet MS" charset="0"/>
                      </a:endParaRPr>
                    </a:p>
                  </a:txBody>
                  <a:tcPr marL="91440" marR="91440" marT="45720" marB="45720" anchor="ctr">
                    <a:lnL w="9525" cap="flat" cmpd="sng" algn="ctr">
                      <a:solidFill>
                        <a:srgbClr val="E6EAE4"/>
                      </a:solidFill>
                      <a:prstDash val="solid"/>
                      <a:round/>
                      <a:headEnd type="none" w="med" len="med"/>
                      <a:tailEnd type="none" w="med" len="med"/>
                    </a:lnL>
                    <a:lnR w="9525" cap="flat" cmpd="sng" algn="ctr">
                      <a:solidFill>
                        <a:srgbClr val="E6EAE4"/>
                      </a:solidFill>
                      <a:prstDash val="solid"/>
                      <a:round/>
                      <a:headEnd type="none" w="med" len="med"/>
                      <a:tailEnd type="none" w="med" len="med"/>
                    </a:lnR>
                    <a:lnT w="9525" cap="flat" cmpd="sng" algn="ctr">
                      <a:solidFill>
                        <a:srgbClr val="E6EAE4"/>
                      </a:solidFill>
                      <a:prstDash val="solid"/>
                      <a:round/>
                      <a:headEnd type="none" w="med" len="med"/>
                      <a:tailEnd type="none" w="med" len="med"/>
                    </a:lnT>
                    <a:lnB w="9525" cap="flat" cmpd="sng" algn="ctr">
                      <a:solidFill>
                        <a:srgbClr val="E6EAE4"/>
                      </a:solidFill>
                      <a:prstDash val="solid"/>
                      <a:round/>
                      <a:headEnd type="none" w="med" len="med"/>
                      <a:tailEnd type="none" w="med" len="med"/>
                    </a:lnB>
                  </a:tcPr>
                </a:tc>
                <a:tc>
                  <a:txBody>
                    <a:bodyPr/>
                    <a:lstStyle/>
                    <a:p>
                      <a:pPr algn="ctr" indent="0" marL="0">
                        <a:buNone/>
                      </a:pPr>
                      <a:r>
                        <a:rPr lang="en-US" sz="1600" dirty="0">
                          <a:solidFill>
                            <a:srgbClr val="14222C"/>
                          </a:solidFill>
                          <a:latin typeface="Trebuchet MS" pitchFamily="34" charset="0"/>
                          <a:ea typeface="Trebuchet MS" pitchFamily="34" charset="-122"/>
                          <a:cs typeface="Trebuchet MS" pitchFamily="34" charset="-120"/>
                        </a:rPr>
                        <a:t>4</a:t>
                      </a:r>
                      <a:endParaRPr lang="en-US" sz="1600" dirty="0">
                        <a:latin typeface="Trebuchet MS" charset="0"/>
                        <a:ea typeface="Trebuchet MS" charset="0"/>
                        <a:cs typeface="Trebuchet MS" charset="0"/>
                      </a:endParaRPr>
                    </a:p>
                  </a:txBody>
                  <a:tcPr marL="91440" marR="91440" marT="45720" marB="45720" anchor="ctr">
                    <a:lnL w="9525" cap="flat" cmpd="sng" algn="ctr">
                      <a:solidFill>
                        <a:srgbClr val="E6EAE4"/>
                      </a:solidFill>
                      <a:prstDash val="solid"/>
                      <a:round/>
                      <a:headEnd type="none" w="med" len="med"/>
                      <a:tailEnd type="none" w="med" len="med"/>
                    </a:lnL>
                    <a:lnR w="9525" cap="flat" cmpd="sng" algn="ctr">
                      <a:solidFill>
                        <a:srgbClr val="E6EAE4"/>
                      </a:solidFill>
                      <a:prstDash val="solid"/>
                      <a:round/>
                      <a:headEnd type="none" w="med" len="med"/>
                      <a:tailEnd type="none" w="med" len="med"/>
                    </a:lnR>
                    <a:lnT w="9525" cap="flat" cmpd="sng" algn="ctr">
                      <a:solidFill>
                        <a:srgbClr val="E6EAE4"/>
                      </a:solidFill>
                      <a:prstDash val="solid"/>
                      <a:round/>
                      <a:headEnd type="none" w="med" len="med"/>
                      <a:tailEnd type="none" w="med" len="med"/>
                    </a:lnT>
                    <a:lnB w="9525" cap="flat" cmpd="sng" algn="ctr">
                      <a:solidFill>
                        <a:srgbClr val="E6EAE4"/>
                      </a:solidFill>
                      <a:prstDash val="solid"/>
                      <a:round/>
                      <a:headEnd type="none" w="med" len="med"/>
                      <a:tailEnd type="none" w="med" len="med"/>
                    </a:lnB>
                  </a:tcPr>
                </a:tc>
              </a:tr>
              <a:tr h="438150">
                <a:tc>
                  <a:txBody>
                    <a:bodyPr/>
                    <a:lstStyle/>
                    <a:p>
                      <a:pPr indent="0" marL="0">
                        <a:buNone/>
                      </a:pPr>
                      <a:r>
                        <a:rPr lang="en-US" sz="1600" dirty="0">
                          <a:solidFill>
                            <a:srgbClr val="14222C"/>
                          </a:solidFill>
                          <a:latin typeface="Trebuchet MS" pitchFamily="34" charset="0"/>
                          <a:ea typeface="Trebuchet MS" pitchFamily="34" charset="-122"/>
                          <a:cs typeface="Trebuchet MS" pitchFamily="34" charset="-120"/>
                        </a:rPr>
                        <a:t>M30 · Jun 2028</a:t>
                      </a:r>
                      <a:endParaRPr lang="en-US" sz="1600" dirty="0">
                        <a:latin typeface="Trebuchet MS" charset="0"/>
                        <a:ea typeface="Trebuchet MS" charset="0"/>
                        <a:cs typeface="Trebuchet MS" charset="0"/>
                      </a:endParaRPr>
                    </a:p>
                  </a:txBody>
                  <a:tcPr marL="91440" marR="91440" marT="45720" marB="45720" anchor="ctr">
                    <a:lnL w="9525" cap="flat" cmpd="sng" algn="ctr">
                      <a:solidFill>
                        <a:srgbClr val="E6EAE4"/>
                      </a:solidFill>
                      <a:prstDash val="solid"/>
                      <a:round/>
                      <a:headEnd type="none" w="med" len="med"/>
                      <a:tailEnd type="none" w="med" len="med"/>
                    </a:lnL>
                    <a:lnR w="9525" cap="flat" cmpd="sng" algn="ctr">
                      <a:solidFill>
                        <a:srgbClr val="E6EAE4"/>
                      </a:solidFill>
                      <a:prstDash val="solid"/>
                      <a:round/>
                      <a:headEnd type="none" w="med" len="med"/>
                      <a:tailEnd type="none" w="med" len="med"/>
                    </a:lnR>
                    <a:lnT w="9525" cap="flat" cmpd="sng" algn="ctr">
                      <a:solidFill>
                        <a:srgbClr val="E6EAE4"/>
                      </a:solidFill>
                      <a:prstDash val="solid"/>
                      <a:round/>
                      <a:headEnd type="none" w="med" len="med"/>
                      <a:tailEnd type="none" w="med" len="med"/>
                    </a:lnT>
                    <a:lnB w="9525" cap="flat" cmpd="sng" algn="ctr">
                      <a:solidFill>
                        <a:srgbClr val="E6EAE4"/>
                      </a:solidFill>
                      <a:prstDash val="solid"/>
                      <a:round/>
                      <a:headEnd type="none" w="med" len="med"/>
                      <a:tailEnd type="none" w="med" len="med"/>
                    </a:lnB>
                  </a:tcPr>
                </a:tc>
                <a:tc>
                  <a:txBody>
                    <a:bodyPr/>
                    <a:lstStyle/>
                    <a:p>
                      <a:pPr indent="0" marL="0">
                        <a:buNone/>
                      </a:pPr>
                      <a:r>
                        <a:rPr lang="en-US" sz="1600" dirty="0">
                          <a:solidFill>
                            <a:srgbClr val="14222C"/>
                          </a:solidFill>
                          <a:latin typeface="Trebuchet MS" pitchFamily="34" charset="0"/>
                          <a:ea typeface="Trebuchet MS" pitchFamily="34" charset="-122"/>
                          <a:cs typeface="Trebuchet MS" pitchFamily="34" charset="-120"/>
                        </a:rPr>
                        <a:t>Summer school, Salamanca</a:t>
                      </a:r>
                      <a:endParaRPr lang="en-US" sz="1600" dirty="0">
                        <a:latin typeface="Trebuchet MS" charset="0"/>
                        <a:ea typeface="Trebuchet MS" charset="0"/>
                        <a:cs typeface="Trebuchet MS" charset="0"/>
                      </a:endParaRPr>
                    </a:p>
                  </a:txBody>
                  <a:tcPr marL="91440" marR="91440" marT="45720" marB="45720" anchor="ctr">
                    <a:lnL w="9525" cap="flat" cmpd="sng" algn="ctr">
                      <a:solidFill>
                        <a:srgbClr val="E6EAE4"/>
                      </a:solidFill>
                      <a:prstDash val="solid"/>
                      <a:round/>
                      <a:headEnd type="none" w="med" len="med"/>
                      <a:tailEnd type="none" w="med" len="med"/>
                    </a:lnL>
                    <a:lnR w="9525" cap="flat" cmpd="sng" algn="ctr">
                      <a:solidFill>
                        <a:srgbClr val="E6EAE4"/>
                      </a:solidFill>
                      <a:prstDash val="solid"/>
                      <a:round/>
                      <a:headEnd type="none" w="med" len="med"/>
                      <a:tailEnd type="none" w="med" len="med"/>
                    </a:lnR>
                    <a:lnT w="9525" cap="flat" cmpd="sng" algn="ctr">
                      <a:solidFill>
                        <a:srgbClr val="E6EAE4"/>
                      </a:solidFill>
                      <a:prstDash val="solid"/>
                      <a:round/>
                      <a:headEnd type="none" w="med" len="med"/>
                      <a:tailEnd type="none" w="med" len="med"/>
                    </a:lnT>
                    <a:lnB w="9525" cap="flat" cmpd="sng" algn="ctr">
                      <a:solidFill>
                        <a:srgbClr val="E6EAE4"/>
                      </a:solidFill>
                      <a:prstDash val="solid"/>
                      <a:round/>
                      <a:headEnd type="none" w="med" len="med"/>
                      <a:tailEnd type="none" w="med" len="med"/>
                    </a:lnB>
                  </a:tcPr>
                </a:tc>
                <a:tc>
                  <a:txBody>
                    <a:bodyPr/>
                    <a:lstStyle/>
                    <a:p>
                      <a:pPr algn="ctr" indent="0" marL="0">
                        <a:buNone/>
                      </a:pPr>
                      <a:r>
                        <a:rPr lang="en-US" sz="1600" dirty="0">
                          <a:solidFill>
                            <a:srgbClr val="14222C"/>
                          </a:solidFill>
                          <a:latin typeface="Trebuchet MS" pitchFamily="34" charset="0"/>
                          <a:ea typeface="Trebuchet MS" pitchFamily="34" charset="-122"/>
                          <a:cs typeface="Trebuchet MS" pitchFamily="34" charset="-120"/>
                        </a:rPr>
                        <a:t>6</a:t>
                      </a:r>
                      <a:endParaRPr lang="en-US" sz="1600" dirty="0">
                        <a:latin typeface="Trebuchet MS" charset="0"/>
                        <a:ea typeface="Trebuchet MS" charset="0"/>
                        <a:cs typeface="Trebuchet MS" charset="0"/>
                      </a:endParaRPr>
                    </a:p>
                  </a:txBody>
                  <a:tcPr marL="91440" marR="91440" marT="45720" marB="45720" anchor="ctr">
                    <a:lnL w="9525" cap="flat" cmpd="sng" algn="ctr">
                      <a:solidFill>
                        <a:srgbClr val="E6EAE4"/>
                      </a:solidFill>
                      <a:prstDash val="solid"/>
                      <a:round/>
                      <a:headEnd type="none" w="med" len="med"/>
                      <a:tailEnd type="none" w="med" len="med"/>
                    </a:lnL>
                    <a:lnR w="9525" cap="flat" cmpd="sng" algn="ctr">
                      <a:solidFill>
                        <a:srgbClr val="E6EAE4"/>
                      </a:solidFill>
                      <a:prstDash val="solid"/>
                      <a:round/>
                      <a:headEnd type="none" w="med" len="med"/>
                      <a:tailEnd type="none" w="med" len="med"/>
                    </a:lnR>
                    <a:lnT w="9525" cap="flat" cmpd="sng" algn="ctr">
                      <a:solidFill>
                        <a:srgbClr val="E6EAE4"/>
                      </a:solidFill>
                      <a:prstDash val="solid"/>
                      <a:round/>
                      <a:headEnd type="none" w="med" len="med"/>
                      <a:tailEnd type="none" w="med" len="med"/>
                    </a:lnT>
                    <a:lnB w="9525" cap="flat" cmpd="sng" algn="ctr">
                      <a:solidFill>
                        <a:srgbClr val="E6EAE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2857500"/>
            <a:ext cx="10820400" cy="762000"/>
          </a:xfrm>
          <a:prstGeom prst="rect">
            <a:avLst/>
          </a:prstGeom>
          <a:noFill/>
          <a:ln/>
        </p:spPr>
        <p:txBody>
          <a:bodyPr wrap="square" rtlCol="0" anchor="ctr"/>
          <a:lstStyle/>
          <a:p>
            <a:pPr algn="ctr" indent="0" marL="0">
              <a:buNone/>
            </a:pPr>
            <a:r>
              <a:rPr lang="en-US" sz="2000" dirty="0">
                <a:solidFill>
                  <a:srgbClr val="5A6670"/>
                </a:solidFill>
                <a:latin typeface="Trebuchet MS" pitchFamily="34" charset="0"/>
                <a:ea typeface="Trebuchet MS" pitchFamily="34" charset="-122"/>
                <a:cs typeface="Trebuchet MS" pitchFamily="34" charset="-120"/>
              </a:rPr>
              <a:t>Blank with logo: for full-bleed figures, or content that needs the whole slide.</a:t>
            </a:r>
            <a:endParaRPr lang="en-US" sz="2000" dirty="0"/>
          </a:p>
        </p:txBody>
      </p:sp>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2857500"/>
            <a:ext cx="10820400" cy="762000"/>
          </a:xfrm>
          <a:prstGeom prst="rect">
            <a:avLst/>
          </a:prstGeom>
          <a:noFill/>
          <a:ln/>
        </p:spPr>
        <p:txBody>
          <a:bodyPr wrap="square" rtlCol="0" anchor="ctr"/>
          <a:lstStyle/>
          <a:p>
            <a:pPr algn="ctr" indent="0" marL="0">
              <a:buNone/>
            </a:pPr>
            <a:r>
              <a:rPr lang="en-US" sz="2000" dirty="0">
                <a:solidFill>
                  <a:srgbClr val="5A6670"/>
                </a:solidFill>
                <a:latin typeface="Trebuchet MS" pitchFamily="34" charset="0"/>
                <a:ea typeface="Trebuchet MS" pitchFamily="34" charset="-122"/>
                <a:cs typeface="Trebuchet MS" pitchFamily="34" charset="-120"/>
              </a:rPr>
              <a:t>Blank: the footer rule only.</a:t>
            </a:r>
            <a:endParaRPr lang="en-US" sz="2000" dirty="0"/>
          </a:p>
        </p:txBody>
      </p:sp>
      <p:sp>
        <p:nvSpPr>
          <p:cNvPr id="25" name="Slide Number Placeholder 0"/>
          <p:cNvSpPr>
            <a:spLocks noGrp="1"/>
          </p:cNvSpPr>
          <p:nvPr>
            <p:ph type="sldNum" sz="quarter" idx="4294967295"/>
          </p:nvPr>
        </p:nvSpPr>
        <p:spPr>
          <a:xfrm>
            <a:off x="11430000" y="6677025"/>
            <a:ext cx="609600" cy="180975"/>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FFFFFF"/>
                </a:solidFill>
                <a:latin typeface="Trebuchet MS"/>
                <a:ea typeface="Trebuchet MS"/>
                <a:cs typeface="Trebuchet M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3" type="title" hasCustomPrompt="1"/>
          </p:nvPr>
        </p:nvSpPr>
        <p:spPr>
          <a:xfrm>
            <a:off x="685800" y="1905000"/>
            <a:ext cx="6096000" cy="2000250"/>
          </a:xfrm>
          <a:prstGeom prst="rect">
            <a:avLst/>
          </a:prstGeom>
          <a:noFill/>
          <a:ln/>
        </p:spPr>
        <p:txBody>
          <a:bodyPr wrap="square" lIns="0" tIns="0" rIns="0" bIns="0" rtlCol="0" anchor="b"/>
          <a:lstStyle/>
          <a:p>
            <a:pPr algn="l" indent="0" marL="0">
              <a:buNone/>
            </a:pPr>
            <a:r>
              <a:rPr lang="en-US" sz="4000" b="1" dirty="0">
                <a:solidFill>
                  <a:srgbClr val="0D3A56"/>
                </a:solidFill>
                <a:latin typeface="Trebuchet MS" pitchFamily="34" charset="0"/>
                <a:ea typeface="Trebuchet MS" pitchFamily="34" charset="-122"/>
                <a:cs typeface="Trebuchet MS" pitchFamily="34" charset="-120"/>
              </a:rPr>
              <a:t>Thank you</a:t>
            </a:r>
            <a:endParaRPr lang="en-US" sz="4000" dirty="0"/>
          </a:p>
        </p:txBody>
      </p:sp>
      <p:sp>
        <p:nvSpPr>
          <p:cNvPr id="3" name="Picture Placeholder 3"/>
          <p:cNvSpPr>
            <a:spLocks noGrp="1"/>
          </p:cNvSpPr>
          <p:nvPr>
            <p:ph type="pic" idx="104"/>
          </p:nvPr>
        </p:nvSpPr>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7"/>
          <p:cNvSpPr/>
          <p:nvPr>
            <p:ph idx="114" type="title" hasCustomPrompt="1"/>
          </p:nvPr>
        </p:nvSpPr>
        <p:spPr>
          <a:xfrm>
            <a:off x="685800" y="742950"/>
            <a:ext cx="10820400" cy="666750"/>
          </a:xfrm>
          <a:prstGeom prst="rect">
            <a:avLst/>
          </a:prstGeom>
          <a:noFill/>
          <a:ln/>
        </p:spPr>
        <p:txBody>
          <a:bodyPr wrap="square" lIns="0" tIns="0" rIns="0" bIns="0" rtlCol="0" anchor="ctr"/>
          <a:lstStyle/>
          <a:p>
            <a:pPr algn="l" indent="0" marL="0">
              <a:buNone/>
            </a:pPr>
            <a:r>
              <a:rPr lang="en-US" sz="3000" b="1" dirty="0">
                <a:solidFill>
                  <a:srgbClr val="0D3A56"/>
                </a:solidFill>
                <a:latin typeface="Trebuchet MS" pitchFamily="34" charset="0"/>
                <a:ea typeface="Trebuchet MS" pitchFamily="34" charset="-122"/>
                <a:cs typeface="Trebuchet MS" pitchFamily="34" charset="-120"/>
              </a:rPr>
              <a:t>Thank you</a:t>
            </a:r>
            <a:endParaRPr lang="en-US" sz="3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buchet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buchet M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WildBotics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WildBotics presentation template</dc:title>
  <dc:subject>PptxGenJS Presentation</dc:subject>
  <dc:creator>WildBotics training team</dc:creator>
  <cp:lastModifiedBy>WildBotics training team</cp:lastModifiedBy>
  <cp:revision>1</cp:revision>
  <dcterms:created xsi:type="dcterms:W3CDTF">2026-10-02T12:20:10Z</dcterms:created>
  <dcterms:modified xsi:type="dcterms:W3CDTF">2026-10-02T12:20:10Z</dcterms:modified>
</cp:coreProperties>
</file>