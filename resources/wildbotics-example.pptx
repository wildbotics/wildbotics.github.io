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New slides: Home &gt; New Slide, then pick a WildBotics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image-1007-2.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image-1008-2.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image-1009-2.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image-1012-2.png"/><Relationship Id="rId3" Type="http://schemas.openxmlformats.org/officeDocument/2006/relationships/image" Target="../media/image-1012-3.png"/><Relationship Id="rId4" Type="http://schemas.openxmlformats.org/officeDocument/2006/relationships/image" Target="../media/image-1012-4.png"/><Relationship Id="rId5" Type="http://schemas.openxmlformats.org/officeDocument/2006/relationships/image" Target="../media/image-1012-5.png"/><Relationship Id="rId6" Type="http://schemas.openxmlformats.org/officeDocument/2006/relationships/image" Target="../media/image-1012-6.png"/><Relationship Id="rId7" Type="http://schemas.openxmlformats.org/officeDocument/2006/relationships/image" Target="../media/image-1012-7.png"/><Relationship Id="rId8" Type="http://schemas.openxmlformats.org/officeDocument/2006/relationships/slideMaster" Target="../slideMasters/slideMaster1.xml"/><Relationship Id="rIdLink1" Type="http://schemas.openxmlformats.org/officeDocument/2006/relationships/hyperlink" Target="https://wildbotics.eu" TargetMode="External"/><Relationship Id="rIdLink2" Type="http://schemas.openxmlformats.org/officeDocument/2006/relationships/hyperlink" Target="https://www.instagram.com/wildbotics/" TargetMode="External"/><Relationship Id="rIdLink3" Type="http://schemas.openxmlformats.org/officeDocument/2006/relationships/hyperlink" Target="https://bsky.app/profile/wildbotics.bsky.social" TargetMode="External"/><Relationship Id="rIdLink4" Type="http://schemas.openxmlformats.org/officeDocument/2006/relationships/hyperlink" Target="https://www.youtube.com/@WildBotics_eu"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ildBotics Title">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12192000" cy="6858000"/>
          </a:xfrm>
          <a:prstGeom prst="rect">
            <a:avLst/>
          </a:prstGeom>
        </p:spPr>
      </p:pic>
      <p:pic>
        <p:nvPicPr>
          <p:cNvPr id="3" name="Image 1" descr="WildBotics: a drone, a robot and a bear in a forest">    </p:cNvPr>
          <p:cNvPicPr>
            <a:picLocks noChangeAspect="1"/>
          </p:cNvPicPr>
          <p:nvPr/>
        </p:nvPicPr>
        <p:blipFill>
          <a:blip r:embed="rId2"/>
          <a:stretch>
            <a:fillRect/>
          </a:stretch>
        </p:blipFill>
        <p:spPr>
          <a:xfrm>
            <a:off x="8020050" y="2076450"/>
            <a:ext cx="3238500" cy="2705100"/>
          </a:xfrm>
          <a:prstGeom prst="rect">
            <a:avLst/>
          </a:prstGeom>
        </p:spPr>
      </p:pic>
      <p:pic>
        <p:nvPicPr>
          <p:cNvPr id="4" name="Image 2" descr="WildBotics">    </p:cNvPr>
          <p:cNvPicPr>
            <a:picLocks noChangeAspect="1"/>
          </p:cNvPicPr>
          <p:nvPr/>
        </p:nvPicPr>
        <p:blipFill>
          <a:blip r:embed="rId3"/>
          <a:stretch>
            <a:fillRect/>
          </a:stretch>
        </p:blipFill>
        <p:spPr>
          <a:xfrm>
            <a:off x="381000" y="381000"/>
            <a:ext cx="1905000" cy="476250"/>
          </a:xfrm>
          <a:prstGeom prst="rect">
            <a:avLst/>
          </a:prstGeom>
        </p:spPr>
      </p:pic>
      <p:pic>
        <p:nvPicPr>
          <p:cNvPr id="5" name="Image 3" descr="Funded by the European Union">    </p:cNvPr>
          <p:cNvPicPr>
            <a:picLocks noChangeAspect="1"/>
          </p:cNvPicPr>
          <p:nvPr/>
        </p:nvPicPr>
        <p:blipFill>
          <a:blip r:embed="rId4"/>
          <a:stretch>
            <a:fillRect/>
          </a:stretch>
        </p:blipFill>
        <p:spPr>
          <a:xfrm>
            <a:off x="552450" y="6048375"/>
            <a:ext cx="2047875" cy="438150"/>
          </a:xfrm>
          <a:prstGeom prst="rect">
            <a:avLst/>
          </a:prstGeom>
        </p:spPr>
      </p:pic>
      <p:sp>
        <p:nvSpPr>
          <p:cNvPr id="6" name="Text 0"/>
          <p:cNvSpPr/>
          <p:nvPr>
            <p:ph type="pic" idx="104" hasCustomPrompt="1"/>
          </p:nvPr>
        </p:nvSpPr>
        <p:spPr>
          <a:xfrm>
            <a:off x="6800850" y="0"/>
            <a:ext cx="5391150" cy="6858000"/>
          </a:xfrm>
          <a:custGeom>
            <a:avLst/>
            <a:gdLst/>
            <a:ahLst/>
            <a:cxnLst/>
            <a:rect l="0" t="0" r="r" b="b"/>
            <a:pathLst>
              <a:path w="566000" h="720000">
                <a:moveTo>
                  <a:pt x="126828" y="0"/>
                </a:moveTo>
                <a:arcTo wR="714453" hR="714453" stAng="12615429" swAng="-3630858"/>
                <a:lnTo>
                  <a:pt x="566000" y="720000"/>
                </a:lnTo>
                <a:lnTo>
                  <a:pt x="566000" y="0"/>
                </a:lnTo>
                <a:close/>
              </a:path>
            </a:pathLst>
          </a:custGeom>
          <a:noFill/>
          <a:ln/>
        </p:spPr>
        <p:txBody>
          <a:bodyPr wrap="square" rtlCol="0"/>
          <a:lstStyle>
            <a:lvl1pPr indent="0" marL="0">
              <a:buNone/>
              <a:defRPr lang="en-US" dirty="0"/>
            </a:lvl1pPr>
          </a:lstStyle>
          <a:p>
            <a:pPr indent="0" marL="0">
              <a:buNone/>
            </a:pPr>
            <a:r>
              <a:rPr lang="en-US" dirty="0">
                <a:solidFill>
                  <a:srgbClr val="000000"/>
                </a:solidFill>
              </a:rPr>
              <a:t>Drop a picture here, or click the icon</a:t>
            </a:r>
            <a:endParaRPr lang="en-US" dirty="0"/>
          </a:p>
        </p:txBody>
      </p:sp>
      <p:sp>
        <p:nvSpPr>
          <p:cNvPr id="7" name="Text 0"/>
          <p:cNvSpPr/>
          <p:nvPr>
            <p:ph idx="105" type="title" hasCustomPrompt="1"/>
          </p:nvPr>
        </p:nvSpPr>
        <p:spPr>
          <a:xfrm>
            <a:off x="685800" y="1619250"/>
            <a:ext cx="5715000" cy="2381250"/>
          </a:xfrm>
          <a:prstGeom prst="rect">
            <a:avLst/>
          </a:prstGeom>
          <a:noFill/>
          <a:ln/>
        </p:spPr>
        <p:txBody>
          <a:bodyPr wrap="square" rtlCol="0"/>
          <a:lstStyle>
            <a:lvl1pPr algn="l" indent="0" marL="0">
              <a:buNone/>
              <a:defRPr lang="en-US" sz="3600" b="1" dirty="0">
                <a:solidFill>
                  <a:srgbClr val="FFFFFF"/>
                </a:solidFill>
                <a:latin typeface="Trebuchet MS" pitchFamily="34" charset="0"/>
                <a:ea typeface="Trebuchet MS" pitchFamily="34" charset="-122"/>
                <a:cs typeface="Trebuchet MS" pitchFamily="34" charset="-120"/>
              </a:defRPr>
            </a:lvl1pPr>
          </a:lstStyle>
          <a:p>
            <a:pPr algn="l" indent="0" marL="0">
              <a:buNone/>
            </a:pPr>
            <a:r>
              <a:rPr lang="en-US" sz="3600" b="1" dirty="0">
                <a:solidFill>
                  <a:srgbClr val="FFFFFF"/>
                </a:solidFill>
                <a:latin typeface="Trebuchet MS" pitchFamily="34" charset="0"/>
                <a:ea typeface="Trebuchet MS" pitchFamily="34" charset="-122"/>
                <a:cs typeface="Trebuchet MS" pitchFamily="34" charset="-120"/>
              </a:rPr>
              <a:t>Click to add title</a:t>
            </a:r>
            <a:endParaRPr lang="en-US" sz="3600" dirty="0"/>
          </a:p>
        </p:txBody>
      </p:sp>
      <p:sp>
        <p:nvSpPr>
          <p:cNvPr id="8" name="Text 0"/>
          <p:cNvSpPr/>
          <p:nvPr>
            <p:ph idx="106" type="body" hasCustomPrompt="1"/>
          </p:nvPr>
        </p:nvSpPr>
        <p:spPr>
          <a:xfrm>
            <a:off x="685800" y="4095750"/>
            <a:ext cx="5715000" cy="1619250"/>
          </a:xfrm>
          <a:prstGeom prst="rect">
            <a:avLst/>
          </a:prstGeom>
          <a:noFill/>
          <a:ln/>
        </p:spPr>
        <p:txBody>
          <a:bodyPr wrap="square" rtlCol="0"/>
          <a:lstStyle>
            <a:lvl1pPr algn="l" indent="0" marL="0">
              <a:buNone/>
              <a:defRPr lang="en-US" sz="1800" dirty="0">
                <a:solidFill>
                  <a:srgbClr val="FFFFFF"/>
                </a:solidFill>
                <a:latin typeface="Trebuchet MS" pitchFamily="34" charset="0"/>
                <a:ea typeface="Trebuchet MS" pitchFamily="34" charset="-122"/>
                <a:cs typeface="Trebuchet MS" pitchFamily="34" charset="-120"/>
              </a:defRPr>
            </a:lvl1pPr>
          </a:lstStyle>
          <a:p>
            <a:pPr algn="l" indent="0" marL="0">
              <a:buNone/>
            </a:pPr>
            <a:r>
              <a:rPr lang="en-US" sz="1800" dirty="0">
                <a:solidFill>
                  <a:srgbClr val="FFFFFF"/>
                </a:solidFill>
                <a:latin typeface="Trebuchet MS" pitchFamily="34" charset="0"/>
                <a:ea typeface="Trebuchet MS" pitchFamily="34" charset="-122"/>
                <a:cs typeface="Trebuchet MS" pitchFamily="34" charset="-120"/>
              </a:rPr>
              <a:t>Click to add 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ldBotics Title Inverted">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239000" y="0"/>
            <a:ext cx="4953000" cy="6858000"/>
          </a:xfrm>
          <a:prstGeom prst="rect">
            <a:avLst/>
          </a:prstGeom>
        </p:spPr>
      </p:pic>
      <p:pic>
        <p:nvPicPr>
          <p:cNvPr id="3" name="Image 1" descr="WildBotics: a drone, a robot and a bear in a forest">    </p:cNvPr>
          <p:cNvPicPr>
            <a:picLocks noChangeAspect="1"/>
          </p:cNvPicPr>
          <p:nvPr/>
        </p:nvPicPr>
        <p:blipFill>
          <a:blip r:embed="rId2"/>
          <a:stretch>
            <a:fillRect/>
          </a:stretch>
        </p:blipFill>
        <p:spPr>
          <a:xfrm>
            <a:off x="9258300" y="2276475"/>
            <a:ext cx="2762250" cy="2305050"/>
          </a:xfrm>
          <a:prstGeom prst="rect">
            <a:avLst/>
          </a:prstGeom>
        </p:spPr>
      </p:pic>
      <p:pic>
        <p:nvPicPr>
          <p:cNvPr id="4" name="Image 2" descr="WildBotics">    </p:cNvPr>
          <p:cNvPicPr>
            <a:picLocks noChangeAspect="1"/>
          </p:cNvPicPr>
          <p:nvPr/>
        </p:nvPicPr>
        <p:blipFill>
          <a:blip r:embed="rId3"/>
          <a:stretch>
            <a:fillRect/>
          </a:stretch>
        </p:blipFill>
        <p:spPr>
          <a:xfrm>
            <a:off x="381000" y="342900"/>
            <a:ext cx="1905000" cy="476250"/>
          </a:xfrm>
          <a:prstGeom prst="rect">
            <a:avLst/>
          </a:prstGeom>
        </p:spPr>
      </p:pic>
      <p:sp>
        <p:nvSpPr>
          <p:cNvPr id="5" name="Text 0"/>
          <p:cNvSpPr/>
          <p:nvPr>
            <p:ph idx="103" type="title" hasCustomPrompt="1"/>
          </p:nvPr>
        </p:nvSpPr>
        <p:spPr>
          <a:xfrm>
            <a:off x="685800" y="1905000"/>
            <a:ext cx="6096000" cy="2000250"/>
          </a:xfrm>
          <a:prstGeom prst="rect">
            <a:avLst/>
          </a:prstGeom>
          <a:noFill/>
          <a:ln/>
        </p:spPr>
        <p:txBody>
          <a:bodyPr wrap="square" rtlCol="0"/>
          <a:lstStyle>
            <a:lvl1pPr algn="l" indent="0" marL="0">
              <a:buNone/>
              <a:defRPr lang="en-US" sz="4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4000" b="1" dirty="0">
                <a:solidFill>
                  <a:srgbClr val="0D3A56"/>
                </a:solidFill>
                <a:latin typeface="Trebuchet MS" pitchFamily="34" charset="0"/>
                <a:ea typeface="Trebuchet MS" pitchFamily="34" charset="-122"/>
                <a:cs typeface="Trebuchet MS" pitchFamily="34" charset="-120"/>
              </a:rPr>
              <a:t>Click to add title</a:t>
            </a:r>
            <a:endParaRPr lang="en-US" sz="4000" dirty="0"/>
          </a:p>
        </p:txBody>
      </p:sp>
      <p:sp>
        <p:nvSpPr>
          <p:cNvPr id="6" name="Text 0"/>
          <p:cNvSpPr/>
          <p:nvPr>
            <p:ph idx="104" type="body" hasCustomPrompt="1"/>
          </p:nvPr>
        </p:nvSpPr>
        <p:spPr>
          <a:xfrm>
            <a:off x="685800" y="4095750"/>
            <a:ext cx="6096000" cy="1905000"/>
          </a:xfrm>
          <a:prstGeom prst="rect">
            <a:avLst/>
          </a:prstGeom>
          <a:noFill/>
          <a:ln/>
        </p:spPr>
        <p:txBody>
          <a:bodyPr wrap="square" rtlCol="0"/>
          <a:lstStyle>
            <a:lvl1pPr algn="l" indent="0" marL="0">
              <a:buNone/>
              <a:defRPr lang="en-US" sz="22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200" dirty="0">
                <a:solidFill>
                  <a:srgbClr val="14222C"/>
                </a:solidFill>
                <a:latin typeface="Trebuchet MS" pitchFamily="34" charset="0"/>
                <a:ea typeface="Trebuchet MS" pitchFamily="34" charset="-122"/>
                <a:cs typeface="Trebuchet MS" pitchFamily="34" charset="-120"/>
              </a:rPr>
              <a:t>Click to add subtitle</a:t>
            </a: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ildBotics Section">
    <p:bg>
      <p:bgPr>
        <a:solidFill>
          <a:srgbClr val="FFFFFF"/>
        </a:solidFill>
      </p:bgPr>
    </p:bg>
    <p:spTree>
      <p:nvGrpSpPr>
        <p:cNvPr id="1" name=""/>
        <p:cNvGrpSpPr/>
        <p:nvPr/>
      </p:nvGrpSpPr>
      <p:grpSpPr>
        <a:xfrm>
          <a:off x="0" y="0"/>
          <a:ext cx="0" cy="0"/>
          <a:chOff x="0" y="0"/>
          <a:chExt cx="0" cy="0"/>
        </a:xfrm>
      </p:grpSpPr>
      <p:pic>
        <p:nvPicPr>
          <p:cNvPr id="2" name="Image 0" descr="WildBotics">    </p:cNvPr>
          <p:cNvPicPr>
            <a:picLocks noChangeAspect="1"/>
          </p:cNvPicPr>
          <p:nvPr/>
        </p:nvPicPr>
        <p:blipFill>
          <a:blip r:embed="rId1"/>
          <a:stretch>
            <a:fillRect/>
          </a:stretch>
        </p:blipFill>
        <p:spPr>
          <a:xfrm>
            <a:off x="381000" y="342900"/>
            <a:ext cx="1905000" cy="476250"/>
          </a:xfrm>
          <a:prstGeom prst="rect">
            <a:avLst/>
          </a:prstGeom>
        </p:spPr>
      </p:pic>
      <p:sp>
        <p:nvSpPr>
          <p:cNvPr id="3" name="Shape 0"/>
          <p:cNvSpPr/>
          <p:nvPr/>
        </p:nvSpPr>
        <p:spPr>
          <a:xfrm>
            <a:off x="0" y="2162175"/>
            <a:ext cx="10363200" cy="2524125"/>
          </a:xfrm>
          <a:prstGeom prst="rect">
            <a:avLst/>
          </a:prstGeom>
          <a:solidFill>
            <a:srgbClr val="408A34"/>
          </a:solidFill>
          <a:ln w="12700">
            <a:solidFill>
              <a:srgbClr val="408A34"/>
            </a:solidFill>
            <a:prstDash val="solid"/>
          </a:ln>
        </p:spPr>
      </p:sp>
      <p:pic>
        <p:nvPicPr>
          <p:cNvPr id="4" name="Image 1" descr="">    </p:cNvPr>
          <p:cNvPicPr>
            <a:picLocks noChangeAspect="1"/>
          </p:cNvPicPr>
          <p:nvPr/>
        </p:nvPicPr>
        <p:blipFill>
          <a:blip r:embed="rId2"/>
          <a:stretch>
            <a:fillRect/>
          </a:stretch>
        </p:blipFill>
        <p:spPr>
          <a:xfrm>
            <a:off x="10134600" y="2162175"/>
            <a:ext cx="2057400" cy="2524125"/>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2381250"/>
            <a:ext cx="8953500" cy="1428750"/>
          </a:xfrm>
          <a:prstGeom prst="rect">
            <a:avLst/>
          </a:prstGeom>
          <a:noFill/>
          <a:ln/>
        </p:spPr>
        <p:txBody>
          <a:bodyPr wrap="square" rtlCol="0"/>
          <a:lstStyle>
            <a:lvl1pPr algn="l" indent="0" marL="0">
              <a:buNone/>
              <a:defRPr lang="en-US" sz="4400" b="1" dirty="0">
                <a:solidFill>
                  <a:srgbClr val="FFFFFF"/>
                </a:solidFill>
                <a:latin typeface="Trebuchet MS" pitchFamily="34" charset="0"/>
                <a:ea typeface="Trebuchet MS" pitchFamily="34" charset="-122"/>
                <a:cs typeface="Trebuchet MS" pitchFamily="34" charset="-120"/>
              </a:defRPr>
            </a:lvl1pPr>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Click to add title</a:t>
            </a:r>
            <a:endParaRPr lang="en-US" sz="4400" dirty="0"/>
          </a:p>
        </p:txBody>
      </p:sp>
      <p:sp>
        <p:nvSpPr>
          <p:cNvPr id="8" name="Text 3"/>
          <p:cNvSpPr/>
          <p:nvPr>
            <p:ph idx="106" type="body" hasCustomPrompt="1"/>
          </p:nvPr>
        </p:nvSpPr>
        <p:spPr>
          <a:xfrm>
            <a:off x="685800" y="3857625"/>
            <a:ext cx="8953500" cy="666750"/>
          </a:xfrm>
          <a:prstGeom prst="rect">
            <a:avLst/>
          </a:prstGeom>
          <a:noFill/>
          <a:ln/>
        </p:spPr>
        <p:txBody>
          <a:bodyPr wrap="square" rtlCol="0"/>
          <a:lstStyle>
            <a:lvl1pPr algn="l" indent="0" marL="0">
              <a:buNone/>
              <a:defRPr lang="en-US" sz="2400" dirty="0">
                <a:solidFill>
                  <a:srgbClr val="FFFFFF"/>
                </a:solidFill>
                <a:latin typeface="Trebuchet MS" pitchFamily="34" charset="0"/>
                <a:ea typeface="Trebuchet MS" pitchFamily="34" charset="-122"/>
                <a:cs typeface="Trebuchet MS" pitchFamily="34" charset="-120"/>
              </a:defRPr>
            </a:lvl1pPr>
          </a:lstStyle>
          <a:p>
            <a:pPr algn="l" indent="0" marL="0">
              <a:buNone/>
            </a:pPr>
            <a:r>
              <a:rPr lang="en-US" sz="2400" dirty="0">
                <a:solidFill>
                  <a:srgbClr val="FFFFFF"/>
                </a:solidFill>
                <a:latin typeface="Trebuchet MS" pitchFamily="34" charset="0"/>
                <a:ea typeface="Trebuchet MS" pitchFamily="34" charset="-122"/>
                <a:cs typeface="Trebuchet MS" pitchFamily="34" charset="-120"/>
              </a:rPr>
              <a:t>Click to add subtitle</a:t>
            </a:r>
            <a:endParaRPr lang="en-US" sz="24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ldBotics Title and 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723900"/>
          </a:xfrm>
          <a:prstGeom prst="rect">
            <a:avLst/>
          </a:prstGeom>
          <a:solidFill>
            <a:srgbClr val="408A34"/>
          </a:solidFill>
          <a:ln w="12700">
            <a:solidFill>
              <a:srgbClr val="408A34"/>
            </a:solidFill>
            <a:prstDash val="solid"/>
          </a:ln>
        </p:spPr>
      </p:sp>
      <p:pic>
        <p:nvPicPr>
          <p:cNvPr id="3" name="Image 0" descr="">    </p:cNvPr>
          <p:cNvPicPr>
            <a:picLocks noChangeAspect="1"/>
          </p:cNvPicPr>
          <p:nvPr/>
        </p:nvPicPr>
        <p:blipFill>
          <a:blip r:embed="rId1"/>
          <a:stretch>
            <a:fillRect/>
          </a:stretch>
        </p:blipFill>
        <p:spPr>
          <a:xfrm>
            <a:off x="10248900" y="0"/>
            <a:ext cx="1943100" cy="723900"/>
          </a:xfrm>
          <a:prstGeom prst="rect">
            <a:avLst/>
          </a:prstGeom>
        </p:spPr>
      </p:pic>
      <p:pic>
        <p:nvPicPr>
          <p:cNvPr id="4" name="Image 1" descr="WildBotics">    </p:cNvPr>
          <p:cNvPicPr>
            <a:picLocks noChangeAspect="1"/>
          </p:cNvPicPr>
          <p:nvPr/>
        </p:nvPicPr>
        <p:blipFill>
          <a:blip r:embed="rId2"/>
          <a:stretch>
            <a:fillRect/>
          </a:stretch>
        </p:blipFill>
        <p:spPr>
          <a:xfrm>
            <a:off x="190500" y="171450"/>
            <a:ext cx="1524000" cy="381000"/>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838200"/>
            <a:ext cx="10820400" cy="76200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
        <p:nvSpPr>
          <p:cNvPr id="8" name="Text 3"/>
          <p:cNvSpPr/>
          <p:nvPr>
            <p:ph idx="106" type="body" hasCustomPrompt="1"/>
          </p:nvPr>
        </p:nvSpPr>
        <p:spPr>
          <a:xfrm>
            <a:off x="685800" y="1714500"/>
            <a:ext cx="10820400" cy="4762500"/>
          </a:xfrm>
          <a:prstGeom prst="rect">
            <a:avLst/>
          </a:prstGeom>
          <a:noFill/>
          <a:ln/>
        </p:spPr>
        <p:txBody>
          <a:bodyPr wrap="square" rtlCol="0"/>
          <a:lstStyle>
            <a:lvl1pPr algn="l" indent="0" marL="0">
              <a:buNone/>
              <a:defRPr lang="en-US" sz="20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000" dirty="0">
                <a:solidFill>
                  <a:srgbClr val="14222C"/>
                </a:solidFill>
                <a:latin typeface="Trebuchet MS" pitchFamily="34" charset="0"/>
                <a:ea typeface="Trebuchet MS" pitchFamily="34" charset="-122"/>
                <a:cs typeface="Trebuchet MS" pitchFamily="34" charset="-120"/>
              </a:rPr>
              <a:t>Click to add text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ildBotics Two 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723900"/>
          </a:xfrm>
          <a:prstGeom prst="rect">
            <a:avLst/>
          </a:prstGeom>
          <a:solidFill>
            <a:srgbClr val="408A34"/>
          </a:solidFill>
          <a:ln w="12700">
            <a:solidFill>
              <a:srgbClr val="408A34"/>
            </a:solidFill>
            <a:prstDash val="solid"/>
          </a:ln>
        </p:spPr>
      </p:sp>
      <p:pic>
        <p:nvPicPr>
          <p:cNvPr id="3" name="Image 0" descr="">    </p:cNvPr>
          <p:cNvPicPr>
            <a:picLocks noChangeAspect="1"/>
          </p:cNvPicPr>
          <p:nvPr/>
        </p:nvPicPr>
        <p:blipFill>
          <a:blip r:embed="rId1"/>
          <a:stretch>
            <a:fillRect/>
          </a:stretch>
        </p:blipFill>
        <p:spPr>
          <a:xfrm>
            <a:off x="10248900" y="0"/>
            <a:ext cx="1943100" cy="723900"/>
          </a:xfrm>
          <a:prstGeom prst="rect">
            <a:avLst/>
          </a:prstGeom>
        </p:spPr>
      </p:pic>
      <p:pic>
        <p:nvPicPr>
          <p:cNvPr id="4" name="Image 1" descr="WildBotics">    </p:cNvPr>
          <p:cNvPicPr>
            <a:picLocks noChangeAspect="1"/>
          </p:cNvPicPr>
          <p:nvPr/>
        </p:nvPicPr>
        <p:blipFill>
          <a:blip r:embed="rId2"/>
          <a:stretch>
            <a:fillRect/>
          </a:stretch>
        </p:blipFill>
        <p:spPr>
          <a:xfrm>
            <a:off x="190500" y="171450"/>
            <a:ext cx="1524000" cy="381000"/>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838200"/>
            <a:ext cx="10820400" cy="76200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
        <p:nvSpPr>
          <p:cNvPr id="8" name="Text 3"/>
          <p:cNvSpPr/>
          <p:nvPr>
            <p:ph idx="106" type="body" hasCustomPrompt="1"/>
          </p:nvPr>
        </p:nvSpPr>
        <p:spPr>
          <a:xfrm>
            <a:off x="685800" y="1714500"/>
            <a:ext cx="5238750" cy="4762500"/>
          </a:xfrm>
          <a:prstGeom prst="rect">
            <a:avLst/>
          </a:prstGeom>
          <a:noFill/>
          <a:ln/>
        </p:spPr>
        <p:txBody>
          <a:bodyPr wrap="square" rtlCol="0"/>
          <a:lstStyle>
            <a:lvl1pPr algn="l" indent="0" marL="0">
              <a:buNone/>
              <a:defRPr lang="en-US" sz="20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000" dirty="0">
                <a:solidFill>
                  <a:srgbClr val="14222C"/>
                </a:solidFill>
                <a:latin typeface="Trebuchet MS" pitchFamily="34" charset="0"/>
                <a:ea typeface="Trebuchet MS" pitchFamily="34" charset="-122"/>
                <a:cs typeface="Trebuchet MS" pitchFamily="34" charset="-120"/>
              </a:rPr>
              <a:t>Click to add text</a:t>
            </a:r>
            <a:endParaRPr lang="en-US" sz="2000" dirty="0"/>
          </a:p>
        </p:txBody>
      </p:sp>
      <p:sp>
        <p:nvSpPr>
          <p:cNvPr id="9" name="Text 3"/>
          <p:cNvSpPr/>
          <p:nvPr>
            <p:ph idx="107" type="body" hasCustomPrompt="1"/>
          </p:nvPr>
        </p:nvSpPr>
        <p:spPr>
          <a:xfrm>
            <a:off x="6267450" y="1714500"/>
            <a:ext cx="5238750" cy="4762500"/>
          </a:xfrm>
          <a:prstGeom prst="rect">
            <a:avLst/>
          </a:prstGeom>
          <a:noFill/>
          <a:ln/>
        </p:spPr>
        <p:txBody>
          <a:bodyPr wrap="square" rtlCol="0"/>
          <a:lstStyle>
            <a:lvl1pPr algn="l" indent="0" marL="0">
              <a:buNone/>
              <a:defRPr lang="en-US" sz="20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000" dirty="0">
                <a:solidFill>
                  <a:srgbClr val="14222C"/>
                </a:solidFill>
                <a:latin typeface="Trebuchet MS" pitchFamily="34" charset="0"/>
                <a:ea typeface="Trebuchet MS" pitchFamily="34" charset="-122"/>
                <a:cs typeface="Trebuchet MS" pitchFamily="34" charset="-120"/>
              </a:rPr>
              <a:t>Click to add text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ildBotics Compari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723900"/>
          </a:xfrm>
          <a:prstGeom prst="rect">
            <a:avLst/>
          </a:prstGeom>
          <a:solidFill>
            <a:srgbClr val="408A34"/>
          </a:solidFill>
          <a:ln w="12700">
            <a:solidFill>
              <a:srgbClr val="408A34"/>
            </a:solidFill>
            <a:prstDash val="solid"/>
          </a:ln>
        </p:spPr>
      </p:sp>
      <p:pic>
        <p:nvPicPr>
          <p:cNvPr id="3" name="Image 0" descr="">    </p:cNvPr>
          <p:cNvPicPr>
            <a:picLocks noChangeAspect="1"/>
          </p:cNvPicPr>
          <p:nvPr/>
        </p:nvPicPr>
        <p:blipFill>
          <a:blip r:embed="rId1"/>
          <a:stretch>
            <a:fillRect/>
          </a:stretch>
        </p:blipFill>
        <p:spPr>
          <a:xfrm>
            <a:off x="10248900" y="0"/>
            <a:ext cx="1943100" cy="723900"/>
          </a:xfrm>
          <a:prstGeom prst="rect">
            <a:avLst/>
          </a:prstGeom>
        </p:spPr>
      </p:pic>
      <p:pic>
        <p:nvPicPr>
          <p:cNvPr id="4" name="Image 1" descr="WildBotics">    </p:cNvPr>
          <p:cNvPicPr>
            <a:picLocks noChangeAspect="1"/>
          </p:cNvPicPr>
          <p:nvPr/>
        </p:nvPicPr>
        <p:blipFill>
          <a:blip r:embed="rId2"/>
          <a:stretch>
            <a:fillRect/>
          </a:stretch>
        </p:blipFill>
        <p:spPr>
          <a:xfrm>
            <a:off x="190500" y="171450"/>
            <a:ext cx="1524000" cy="381000"/>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838200"/>
            <a:ext cx="10820400" cy="76200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
        <p:nvSpPr>
          <p:cNvPr id="8" name="Text 3"/>
          <p:cNvSpPr/>
          <p:nvPr>
            <p:ph idx="106" type="body" hasCustomPrompt="1"/>
          </p:nvPr>
        </p:nvSpPr>
        <p:spPr>
          <a:xfrm>
            <a:off x="685800" y="1714500"/>
            <a:ext cx="5238750" cy="438150"/>
          </a:xfrm>
          <a:prstGeom prst="rect">
            <a:avLst/>
          </a:prstGeom>
          <a:noFill/>
          <a:ln/>
        </p:spPr>
        <p:txBody>
          <a:bodyPr wrap="square" rtlCol="0"/>
          <a:lstStyle>
            <a:lvl1pPr algn="l" indent="0" marL="0">
              <a:buNone/>
              <a:defRPr lang="en-US" sz="2200" b="1" dirty="0">
                <a:solidFill>
                  <a:srgbClr val="2F7328"/>
                </a:solidFill>
                <a:latin typeface="Trebuchet MS" pitchFamily="34" charset="0"/>
                <a:ea typeface="Trebuchet MS" pitchFamily="34" charset="-122"/>
                <a:cs typeface="Trebuchet MS" pitchFamily="34" charset="-120"/>
              </a:defRPr>
            </a:lvl1pPr>
          </a:lstStyle>
          <a:p>
            <a:pPr algn="l" indent="0" marL="0">
              <a:buNone/>
            </a:pPr>
            <a:r>
              <a:rPr lang="en-US" sz="2200" b="1" dirty="0">
                <a:solidFill>
                  <a:srgbClr val="2F7328"/>
                </a:solidFill>
                <a:latin typeface="Trebuchet MS" pitchFamily="34" charset="0"/>
                <a:ea typeface="Trebuchet MS" pitchFamily="34" charset="-122"/>
                <a:cs typeface="Trebuchet MS" pitchFamily="34" charset="-120"/>
              </a:rPr>
              <a:t>Heading</a:t>
            </a:r>
            <a:endParaRPr lang="en-US" sz="2200" dirty="0"/>
          </a:p>
        </p:txBody>
      </p:sp>
      <p:sp>
        <p:nvSpPr>
          <p:cNvPr id="9" name="Text 3"/>
          <p:cNvSpPr/>
          <p:nvPr>
            <p:ph idx="107" type="body" hasCustomPrompt="1"/>
          </p:nvPr>
        </p:nvSpPr>
        <p:spPr>
          <a:xfrm>
            <a:off x="685800" y="2247900"/>
            <a:ext cx="5238750" cy="4229100"/>
          </a:xfrm>
          <a:prstGeom prst="rect">
            <a:avLst/>
          </a:prstGeom>
          <a:noFill/>
          <a:ln/>
        </p:spPr>
        <p:txBody>
          <a:bodyPr wrap="square" rtlCol="0"/>
          <a:lstStyle>
            <a:lvl1pPr algn="l" indent="0" marL="0">
              <a:buNone/>
              <a:defRPr lang="en-US" sz="20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000" dirty="0">
                <a:solidFill>
                  <a:srgbClr val="14222C"/>
                </a:solidFill>
                <a:latin typeface="Trebuchet MS" pitchFamily="34" charset="0"/>
                <a:ea typeface="Trebuchet MS" pitchFamily="34" charset="-122"/>
                <a:cs typeface="Trebuchet MS" pitchFamily="34" charset="-120"/>
              </a:rPr>
              <a:t>Click to add text</a:t>
            </a:r>
            <a:endParaRPr lang="en-US" sz="2000" dirty="0"/>
          </a:p>
        </p:txBody>
      </p:sp>
      <p:sp>
        <p:nvSpPr>
          <p:cNvPr id="10" name="Text 3"/>
          <p:cNvSpPr/>
          <p:nvPr>
            <p:ph idx="108" type="body" hasCustomPrompt="1"/>
          </p:nvPr>
        </p:nvSpPr>
        <p:spPr>
          <a:xfrm>
            <a:off x="6267450" y="1714500"/>
            <a:ext cx="5238750" cy="438150"/>
          </a:xfrm>
          <a:prstGeom prst="rect">
            <a:avLst/>
          </a:prstGeom>
          <a:noFill/>
          <a:ln/>
        </p:spPr>
        <p:txBody>
          <a:bodyPr wrap="square" rtlCol="0"/>
          <a:lstStyle>
            <a:lvl1pPr algn="l" indent="0" marL="0">
              <a:buNone/>
              <a:defRPr lang="en-US" sz="2200" b="1" dirty="0">
                <a:solidFill>
                  <a:srgbClr val="2F7328"/>
                </a:solidFill>
                <a:latin typeface="Trebuchet MS" pitchFamily="34" charset="0"/>
                <a:ea typeface="Trebuchet MS" pitchFamily="34" charset="-122"/>
                <a:cs typeface="Trebuchet MS" pitchFamily="34" charset="-120"/>
              </a:defRPr>
            </a:lvl1pPr>
          </a:lstStyle>
          <a:p>
            <a:pPr algn="l" indent="0" marL="0">
              <a:buNone/>
            </a:pPr>
            <a:r>
              <a:rPr lang="en-US" sz="2200" b="1" dirty="0">
                <a:solidFill>
                  <a:srgbClr val="2F7328"/>
                </a:solidFill>
                <a:latin typeface="Trebuchet MS" pitchFamily="34" charset="0"/>
                <a:ea typeface="Trebuchet MS" pitchFamily="34" charset="-122"/>
                <a:cs typeface="Trebuchet MS" pitchFamily="34" charset="-120"/>
              </a:rPr>
              <a:t>Heading</a:t>
            </a:r>
            <a:endParaRPr lang="en-US" sz="2200" dirty="0"/>
          </a:p>
        </p:txBody>
      </p:sp>
      <p:sp>
        <p:nvSpPr>
          <p:cNvPr id="11" name="Text 3"/>
          <p:cNvSpPr/>
          <p:nvPr>
            <p:ph idx="109" type="body" hasCustomPrompt="1"/>
          </p:nvPr>
        </p:nvSpPr>
        <p:spPr>
          <a:xfrm>
            <a:off x="6267450" y="2247900"/>
            <a:ext cx="5238750" cy="4229100"/>
          </a:xfrm>
          <a:prstGeom prst="rect">
            <a:avLst/>
          </a:prstGeom>
          <a:noFill/>
          <a:ln/>
        </p:spPr>
        <p:txBody>
          <a:bodyPr wrap="square" rtlCol="0"/>
          <a:lstStyle>
            <a:lvl1pPr algn="l" indent="0" marL="0">
              <a:buNone/>
              <a:defRPr lang="en-US" sz="20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2000" dirty="0">
                <a:solidFill>
                  <a:srgbClr val="14222C"/>
                </a:solidFill>
                <a:latin typeface="Trebuchet MS" pitchFamily="34" charset="0"/>
                <a:ea typeface="Trebuchet MS" pitchFamily="34" charset="-122"/>
                <a:cs typeface="Trebuchet MS" pitchFamily="34" charset="-120"/>
              </a:rPr>
              <a:t>Click to add text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ildBotics Picture with Cap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723900"/>
          </a:xfrm>
          <a:prstGeom prst="rect">
            <a:avLst/>
          </a:prstGeom>
          <a:solidFill>
            <a:srgbClr val="408A34"/>
          </a:solidFill>
          <a:ln w="12700">
            <a:solidFill>
              <a:srgbClr val="408A34"/>
            </a:solidFill>
            <a:prstDash val="solid"/>
          </a:ln>
        </p:spPr>
      </p:sp>
      <p:pic>
        <p:nvPicPr>
          <p:cNvPr id="3" name="Image 0" descr="">    </p:cNvPr>
          <p:cNvPicPr>
            <a:picLocks noChangeAspect="1"/>
          </p:cNvPicPr>
          <p:nvPr/>
        </p:nvPicPr>
        <p:blipFill>
          <a:blip r:embed="rId1"/>
          <a:stretch>
            <a:fillRect/>
          </a:stretch>
        </p:blipFill>
        <p:spPr>
          <a:xfrm>
            <a:off x="10248900" y="0"/>
            <a:ext cx="1943100" cy="723900"/>
          </a:xfrm>
          <a:prstGeom prst="rect">
            <a:avLst/>
          </a:prstGeom>
        </p:spPr>
      </p:pic>
      <p:pic>
        <p:nvPicPr>
          <p:cNvPr id="4" name="Image 1" descr="WildBotics">    </p:cNvPr>
          <p:cNvPicPr>
            <a:picLocks noChangeAspect="1"/>
          </p:cNvPicPr>
          <p:nvPr/>
        </p:nvPicPr>
        <p:blipFill>
          <a:blip r:embed="rId2"/>
          <a:stretch>
            <a:fillRect/>
          </a:stretch>
        </p:blipFill>
        <p:spPr>
          <a:xfrm>
            <a:off x="190500" y="171450"/>
            <a:ext cx="1524000" cy="381000"/>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838200"/>
            <a:ext cx="10820400" cy="76200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
        <p:nvSpPr>
          <p:cNvPr id="8" name="Text 3"/>
          <p:cNvSpPr/>
          <p:nvPr>
            <p:ph type="pic" idx="106" hasCustomPrompt="1"/>
          </p:nvPr>
        </p:nvSpPr>
        <p:spPr>
          <a:xfrm>
            <a:off x="685800" y="1714500"/>
            <a:ext cx="7239000" cy="476250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the icon to insert a picture</a:t>
            </a:r>
            <a:endParaRPr lang="en-US" dirty="0"/>
          </a:p>
        </p:txBody>
      </p:sp>
      <p:sp>
        <p:nvSpPr>
          <p:cNvPr id="9" name="Text 3"/>
          <p:cNvSpPr/>
          <p:nvPr>
            <p:ph idx="107" type="body" hasCustomPrompt="1"/>
          </p:nvPr>
        </p:nvSpPr>
        <p:spPr>
          <a:xfrm>
            <a:off x="8267700" y="1714500"/>
            <a:ext cx="3238500" cy="4762500"/>
          </a:xfrm>
          <a:prstGeom prst="rect">
            <a:avLst/>
          </a:prstGeom>
          <a:noFill/>
          <a:ln/>
        </p:spPr>
        <p:txBody>
          <a:bodyPr wrap="square" rtlCol="0"/>
          <a:lstStyle>
            <a:lvl1pPr algn="l" indent="0" marL="0">
              <a:buNone/>
              <a:defRPr lang="en-US" sz="1800" dirty="0">
                <a:solidFill>
                  <a:srgbClr val="14222C"/>
                </a:solidFill>
                <a:latin typeface="Trebuchet MS" pitchFamily="34" charset="0"/>
                <a:ea typeface="Trebuchet MS" pitchFamily="34" charset="-122"/>
                <a:cs typeface="Trebuchet MS" pitchFamily="34" charset="-120"/>
              </a:defRPr>
            </a:lvl1pPr>
          </a:lstStyle>
          <a:p>
            <a:pPr algn="l" indent="0" marL="0">
              <a:buNone/>
            </a:pPr>
            <a:r>
              <a:rPr lang="en-US" sz="1800" dirty="0">
                <a:solidFill>
                  <a:srgbClr val="14222C"/>
                </a:solidFill>
                <a:latin typeface="Trebuchet MS" pitchFamily="34" charset="0"/>
                <a:ea typeface="Trebuchet MS" pitchFamily="34" charset="-122"/>
                <a:cs typeface="Trebuchet MS" pitchFamily="34" charset="-120"/>
              </a:rPr>
              <a:t>Click to add a caption</a:t>
            </a:r>
            <a:endParaRPr lang="en-US" sz="18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ildBotics Title Onl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723900"/>
          </a:xfrm>
          <a:prstGeom prst="rect">
            <a:avLst/>
          </a:prstGeom>
          <a:solidFill>
            <a:srgbClr val="408A34"/>
          </a:solidFill>
          <a:ln w="12700">
            <a:solidFill>
              <a:srgbClr val="408A34"/>
            </a:solidFill>
            <a:prstDash val="solid"/>
          </a:ln>
        </p:spPr>
      </p:sp>
      <p:pic>
        <p:nvPicPr>
          <p:cNvPr id="3" name="Image 0" descr="">    </p:cNvPr>
          <p:cNvPicPr>
            <a:picLocks noChangeAspect="1"/>
          </p:cNvPicPr>
          <p:nvPr/>
        </p:nvPicPr>
        <p:blipFill>
          <a:blip r:embed="rId1"/>
          <a:stretch>
            <a:fillRect/>
          </a:stretch>
        </p:blipFill>
        <p:spPr>
          <a:xfrm>
            <a:off x="10248900" y="0"/>
            <a:ext cx="1943100" cy="723900"/>
          </a:xfrm>
          <a:prstGeom prst="rect">
            <a:avLst/>
          </a:prstGeom>
        </p:spPr>
      </p:pic>
      <p:pic>
        <p:nvPicPr>
          <p:cNvPr id="4" name="Image 1" descr="WildBotics">    </p:cNvPr>
          <p:cNvPicPr>
            <a:picLocks noChangeAspect="1"/>
          </p:cNvPicPr>
          <p:nvPr/>
        </p:nvPicPr>
        <p:blipFill>
          <a:blip r:embed="rId2"/>
          <a:stretch>
            <a:fillRect/>
          </a:stretch>
        </p:blipFill>
        <p:spPr>
          <a:xfrm>
            <a:off x="190500" y="171450"/>
            <a:ext cx="1524000" cy="381000"/>
          </a:xfrm>
          <a:prstGeom prst="rect">
            <a:avLst/>
          </a:prstGeom>
        </p:spPr>
      </p:pic>
      <p:sp>
        <p:nvSpPr>
          <p:cNvPr id="5" name="Shape 1"/>
          <p:cNvSpPr/>
          <p:nvPr/>
        </p:nvSpPr>
        <p:spPr>
          <a:xfrm>
            <a:off x="0" y="6677025"/>
            <a:ext cx="12192000" cy="180975"/>
          </a:xfrm>
          <a:prstGeom prst="rect">
            <a:avLst/>
          </a:prstGeom>
          <a:solidFill>
            <a:srgbClr val="0D3A56"/>
          </a:solidFill>
          <a:ln w="12700">
            <a:solidFill>
              <a:srgbClr val="0D3A56"/>
            </a:solidFill>
            <a:prstDash val="solid"/>
          </a:ln>
        </p:spPr>
      </p:sp>
      <p:sp>
        <p:nvSpPr>
          <p:cNvPr id="6" name="Text 2"/>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7" name="Text 3"/>
          <p:cNvSpPr/>
          <p:nvPr>
            <p:ph idx="105" type="title" hasCustomPrompt="1"/>
          </p:nvPr>
        </p:nvSpPr>
        <p:spPr>
          <a:xfrm>
            <a:off x="685800" y="838200"/>
            <a:ext cx="10820400" cy="76200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ildBotics Blank with Logo">
    <p:bg>
      <p:bgPr>
        <a:solidFill>
          <a:srgbClr val="FFFFFF"/>
        </a:solidFill>
      </p:bgPr>
    </p:bg>
    <p:spTree>
      <p:nvGrpSpPr>
        <p:cNvPr id="1" name=""/>
        <p:cNvGrpSpPr/>
        <p:nvPr/>
      </p:nvGrpSpPr>
      <p:grpSpPr>
        <a:xfrm>
          <a:off x="0" y="0"/>
          <a:ext cx="0" cy="0"/>
          <a:chOff x="0" y="0"/>
          <a:chExt cx="0" cy="0"/>
        </a:xfrm>
      </p:grpSpPr>
      <p:pic>
        <p:nvPicPr>
          <p:cNvPr id="2" name="Image 0" descr="WildBotics">    </p:cNvPr>
          <p:cNvPicPr>
            <a:picLocks noChangeAspect="1"/>
          </p:cNvPicPr>
          <p:nvPr/>
        </p:nvPicPr>
        <p:blipFill>
          <a:blip r:embed="rId1"/>
          <a:stretch>
            <a:fillRect/>
          </a:stretch>
        </p:blipFill>
        <p:spPr>
          <a:xfrm>
            <a:off x="190500" y="171450"/>
            <a:ext cx="1524000" cy="381000"/>
          </a:xfrm>
          <a:prstGeom prst="rect">
            <a:avLst/>
          </a:prstGeom>
        </p:spPr>
      </p:pic>
      <p:sp>
        <p:nvSpPr>
          <p:cNvPr id="3" name="Shape 0"/>
          <p:cNvSpPr/>
          <p:nvPr/>
        </p:nvSpPr>
        <p:spPr>
          <a:xfrm>
            <a:off x="0" y="6677025"/>
            <a:ext cx="12192000" cy="180975"/>
          </a:xfrm>
          <a:prstGeom prst="rect">
            <a:avLst/>
          </a:prstGeom>
          <a:solidFill>
            <a:srgbClr val="0D3A56"/>
          </a:solidFill>
          <a:ln w="12700">
            <a:solidFill>
              <a:srgbClr val="0D3A56"/>
            </a:solidFill>
            <a:prstDash val="solid"/>
          </a:ln>
        </p:spPr>
      </p:sp>
      <p:sp>
        <p:nvSpPr>
          <p:cNvPr id="4" name="Text 1"/>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ildBotics Blan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677025"/>
            <a:ext cx="12192000" cy="180975"/>
          </a:xfrm>
          <a:prstGeom prst="rect">
            <a:avLst/>
          </a:prstGeom>
          <a:solidFill>
            <a:srgbClr val="0D3A56"/>
          </a:solidFill>
          <a:ln w="12700">
            <a:solidFill>
              <a:srgbClr val="0D3A56"/>
            </a:solidFill>
            <a:prstDash val="solid"/>
          </a:ln>
        </p:spPr>
      </p:sp>
      <p:sp>
        <p:nvSpPr>
          <p:cNvPr id="3" name="Text 1"/>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ildBotics Acknowledgements">
    <p:bg>
      <p:bgPr>
        <a:solidFill>
          <a:srgbClr val="FFFFFF"/>
        </a:solidFill>
      </p:bgPr>
    </p:bg>
    <p:spTree>
      <p:nvGrpSpPr>
        <p:cNvPr id="1" name=""/>
        <p:cNvGrpSpPr/>
        <p:nvPr/>
      </p:nvGrpSpPr>
      <p:grpSpPr>
        <a:xfrm>
          <a:off x="0" y="0"/>
          <a:ext cx="0" cy="0"/>
          <a:chOff x="0" y="0"/>
          <a:chExt cx="0" cy="0"/>
        </a:xfrm>
      </p:grpSpPr>
      <p:pic>
        <p:nvPicPr>
          <p:cNvPr id="2" name="Image 0" descr="WildBotics">    </p:cNvPr>
          <p:cNvPicPr>
            <a:picLocks noChangeAspect="1"/>
          </p:cNvPicPr>
          <p:nvPr/>
        </p:nvPicPr>
        <p:blipFill>
          <a:blip r:embed="rId1"/>
          <a:stretch>
            <a:fillRect/>
          </a:stretch>
        </p:blipFill>
        <p:spPr>
          <a:xfrm>
            <a:off x="190500" y="171450"/>
            <a:ext cx="1524000" cy="381000"/>
          </a:xfrm>
          <a:prstGeom prst="rect">
            <a:avLst/>
          </a:prstGeom>
        </p:spPr>
      </p:pic>
      <p:pic>
        <p:nvPicPr>
          <p:cNvPr id="3" name="Image 1" descr="WildBotics partners: Fondazione Bruno Kessler, University of Southern Denmark, University of Bristol, DMR, Ingeniarius, Universidad de Salamanca, TU Delft, Aarhus University, University of Konstanz, BioConsult SH">    </p:cNvPr>
          <p:cNvPicPr>
            <a:picLocks noChangeAspect="1"/>
          </p:cNvPicPr>
          <p:nvPr/>
        </p:nvPicPr>
        <p:blipFill>
          <a:blip r:embed="rId2"/>
          <a:stretch>
            <a:fillRect/>
          </a:stretch>
        </p:blipFill>
        <p:spPr>
          <a:xfrm>
            <a:off x="1619250" y="1600200"/>
            <a:ext cx="8953500" cy="1962150"/>
          </a:xfrm>
          <a:prstGeom prst="rect">
            <a:avLst/>
          </a:prstGeom>
        </p:spPr>
      </p:pic>
      <p:pic>
        <p:nvPicPr>
          <p:cNvPr id="4" name="Image 2" descr="Funded by the European Union">    </p:cNvPr>
          <p:cNvPicPr>
            <a:picLocks noChangeAspect="1"/>
          </p:cNvPicPr>
          <p:nvPr/>
        </p:nvPicPr>
        <p:blipFill>
          <a:blip r:embed="rId3"/>
          <a:stretch>
            <a:fillRect/>
          </a:stretch>
        </p:blipFill>
        <p:spPr>
          <a:xfrm>
            <a:off x="685800" y="4114800"/>
            <a:ext cx="1809750" cy="1676400"/>
          </a:xfrm>
          <a:prstGeom prst="rect">
            <a:avLst/>
          </a:prstGeom>
        </p:spPr>
      </p:pic>
      <p:sp>
        <p:nvSpPr>
          <p:cNvPr id="5" name="Text 0"/>
          <p:cNvSpPr/>
          <p:nvPr/>
        </p:nvSpPr>
        <p:spPr>
          <a:xfrm>
            <a:off x="2781300" y="4152900"/>
            <a:ext cx="4953000" cy="1809750"/>
          </a:xfrm>
          <a:prstGeom prst="rect">
            <a:avLst/>
          </a:prstGeom>
          <a:noFill/>
          <a:ln/>
        </p:spPr>
        <p:txBody>
          <a:bodyPr wrap="square" lIns="0" tIns="0" rIns="0" bIns="0" rtlCol="0" anchor="t"/>
          <a:lstStyle/>
          <a:p>
            <a:pPr indent="0" marL="0">
              <a:buNone/>
            </a:pPr>
            <a:r>
              <a:rPr lang="en-US" sz="1100" dirty="0">
                <a:solidFill>
                  <a:srgbClr val="14222C"/>
                </a:solidFill>
                <a:latin typeface="Trebuchet MS" pitchFamily="34" charset="0"/>
                <a:ea typeface="Trebuchet MS" pitchFamily="34" charset="-122"/>
                <a:cs typeface="Trebuchet MS" pitchFamily="34" charset="-120"/>
              </a:rPr>
              <a:t>WildBotics is a Marie Skłodowska-Curie Actions Doctoral Network under Horizon Europe, grant agreement No 101227034. Funded by the European Union. Views and opinions expressed are however those of the author(s) only and do not necessarily reflect those of the European Union or the European Research Executive Agency (REA). Neither the European Union nor the granting authority can be held responsible for them.</a:t>
            </a:r>
            <a:endParaRPr lang="en-US" sz="1100" dirty="0"/>
          </a:p>
        </p:txBody>
      </p:sp>
      <p:pic>
        <p:nvPicPr>
          <p:cNvPr id="6" name="Image 3" descr="Website">    </p:cNvPr>
          <p:cNvPicPr>
            <a:picLocks noChangeAspect="1"/>
          </p:cNvPicPr>
          <p:nvPr/>
        </p:nvPicPr>
        <p:blipFill>
          <a:blip r:embed="rId4"/>
          <a:stretch>
            <a:fillRect/>
          </a:stretch>
        </p:blipFill>
        <p:spPr>
          <a:xfrm>
            <a:off x="8305800" y="4210050"/>
            <a:ext cx="228600" cy="228600"/>
          </a:xfrm>
          <a:prstGeom prst="rect">
            <a:avLst/>
          </a:prstGeom>
        </p:spPr>
      </p:pic>
      <p:sp>
        <p:nvSpPr>
          <p:cNvPr id="7" name="Text 1">
            <a:hlinkClick r:id="rIdLink1" tooltip=""/>
          </p:cNvPr>
          <p:cNvSpPr/>
          <p:nvPr/>
        </p:nvSpPr>
        <p:spPr>
          <a:xfrm>
            <a:off x="8686800" y="4114800"/>
            <a:ext cx="3238500" cy="419100"/>
          </a:xfrm>
          <a:prstGeom prst="rect">
            <a:avLst/>
          </a:prstGeom>
          <a:noFill/>
          <a:ln/>
        </p:spPr>
        <p:txBody>
          <a:bodyPr wrap="square" lIns="0" tIns="0" rIns="0" bIns="0" rtlCol="0" anchor="ctr"/>
          <a:lstStyle/>
          <a:p>
            <a:pPr indent="0" marL="0">
              <a:buNone/>
            </a:pPr>
            <a:r>
              <a:rPr lang="en-US" sz="1400" b="1" u="sng" dirty="0">
                <a:solidFill>
                  <a:srgbClr val="0D3A56"/>
                </a:solidFill>
                <a:latin typeface="Trebuchet MS" pitchFamily="34" charset="0"/>
                <a:ea typeface="Trebuchet MS" pitchFamily="34" charset="-122"/>
                <a:cs typeface="Trebuchet MS" pitchFamily="34" charset="-120"/>
                <a:hlinkClick r:id="rIdLink1" invalidUrl="" action="" tgtFrame="" tooltip="" history="1" highlightClick="0" endSnd="0">
                  <a:extLst>
                    <a:ext uri="{A12FA001-AC4F-418D-AE19-62706E023703}">
                      <ahyp:hlinkClr xmlns:ahyp="http://schemas.microsoft.com/office/drawing/2018/hyperlinkcolor" val="tx"/>
                    </a:ext>
                  </a:extLst>
                </a:hlinkClick>
              </a:rPr>
              <a:t>WildBotics.eu</a:t>
            </a:r>
            <a:endParaRPr lang="en-US" sz="1400" dirty="0"/>
          </a:p>
        </p:txBody>
      </p:sp>
      <p:pic>
        <p:nvPicPr>
          <p:cNvPr id="8" name="Image 4" descr="Instagram">    </p:cNvPr>
          <p:cNvPicPr>
            <a:picLocks noChangeAspect="1"/>
          </p:cNvPicPr>
          <p:nvPr/>
        </p:nvPicPr>
        <p:blipFill>
          <a:blip r:embed="rId5"/>
          <a:stretch>
            <a:fillRect/>
          </a:stretch>
        </p:blipFill>
        <p:spPr>
          <a:xfrm>
            <a:off x="8305800" y="4629150"/>
            <a:ext cx="228600" cy="228600"/>
          </a:xfrm>
          <a:prstGeom prst="rect">
            <a:avLst/>
          </a:prstGeom>
        </p:spPr>
      </p:pic>
      <p:sp>
        <p:nvSpPr>
          <p:cNvPr id="9" name="Text 2">
            <a:hlinkClick r:id="rIdLink2" tooltip=""/>
          </p:cNvPr>
          <p:cNvSpPr/>
          <p:nvPr/>
        </p:nvSpPr>
        <p:spPr>
          <a:xfrm>
            <a:off x="8686800" y="4533900"/>
            <a:ext cx="3238500" cy="419100"/>
          </a:xfrm>
          <a:prstGeom prst="rect">
            <a:avLst/>
          </a:prstGeom>
          <a:noFill/>
          <a:ln/>
        </p:spPr>
        <p:txBody>
          <a:bodyPr wrap="square" lIns="0" tIns="0" rIns="0" bIns="0" rtlCol="0" anchor="ctr"/>
          <a:lstStyle/>
          <a:p>
            <a:pPr indent="0" marL="0">
              <a:buNone/>
            </a:pPr>
            <a:r>
              <a:rPr lang="en-US" sz="1400" b="1" u="sng" dirty="0">
                <a:solidFill>
                  <a:srgbClr val="0D3A56"/>
                </a:solidFill>
                <a:latin typeface="Trebuchet MS" pitchFamily="34" charset="0"/>
                <a:ea typeface="Trebuchet MS" pitchFamily="34" charset="-122"/>
                <a:cs typeface="Trebuchet MS" pitchFamily="34" charset="-120"/>
                <a:hlinkClick r:id="rIdLink2" invalidUrl="" action="" tgtFrame="" tooltip="" history="1" highlightClick="0" endSnd="0">
                  <a:extLst>
                    <a:ext uri="{A12FA001-AC4F-418D-AE19-62706E023703}">
                      <ahyp:hlinkClr xmlns:ahyp="http://schemas.microsoft.com/office/drawing/2018/hyperlinkcolor" val="tx"/>
                    </a:ext>
                  </a:extLst>
                </a:hlinkClick>
              </a:rPr>
              <a:t>@WildBotics</a:t>
            </a:r>
            <a:endParaRPr lang="en-US" sz="1400" dirty="0"/>
          </a:p>
        </p:txBody>
      </p:sp>
      <p:pic>
        <p:nvPicPr>
          <p:cNvPr id="10" name="Image 5" descr="Bluesky">    </p:cNvPr>
          <p:cNvPicPr>
            <a:picLocks noChangeAspect="1"/>
          </p:cNvPicPr>
          <p:nvPr/>
        </p:nvPicPr>
        <p:blipFill>
          <a:blip r:embed="rId6"/>
          <a:stretch>
            <a:fillRect/>
          </a:stretch>
        </p:blipFill>
        <p:spPr>
          <a:xfrm>
            <a:off x="8305800" y="5048250"/>
            <a:ext cx="228600" cy="228600"/>
          </a:xfrm>
          <a:prstGeom prst="rect">
            <a:avLst/>
          </a:prstGeom>
        </p:spPr>
      </p:pic>
      <p:sp>
        <p:nvSpPr>
          <p:cNvPr id="11" name="Text 3">
            <a:hlinkClick r:id="rIdLink3" tooltip=""/>
          </p:cNvPr>
          <p:cNvSpPr/>
          <p:nvPr/>
        </p:nvSpPr>
        <p:spPr>
          <a:xfrm>
            <a:off x="8686800" y="4953000"/>
            <a:ext cx="3238500" cy="419100"/>
          </a:xfrm>
          <a:prstGeom prst="rect">
            <a:avLst/>
          </a:prstGeom>
          <a:noFill/>
          <a:ln/>
        </p:spPr>
        <p:txBody>
          <a:bodyPr wrap="square" lIns="0" tIns="0" rIns="0" bIns="0" rtlCol="0" anchor="ctr"/>
          <a:lstStyle/>
          <a:p>
            <a:pPr indent="0" marL="0">
              <a:buNone/>
            </a:pPr>
            <a:r>
              <a:rPr lang="en-US" sz="1400" b="1" u="sng" dirty="0">
                <a:solidFill>
                  <a:srgbClr val="0D3A56"/>
                </a:solidFill>
                <a:latin typeface="Trebuchet MS" pitchFamily="34" charset="0"/>
                <a:ea typeface="Trebuchet MS" pitchFamily="34" charset="-122"/>
                <a:cs typeface="Trebuchet MS" pitchFamily="34" charset="-120"/>
                <a:hlinkClick r:id="rIdLink3" invalidUrl="" action="" tgtFrame="" tooltip="" history="1" highlightClick="0" endSnd="0">
                  <a:extLst>
                    <a:ext uri="{A12FA001-AC4F-418D-AE19-62706E023703}">
                      <ahyp:hlinkClr xmlns:ahyp="http://schemas.microsoft.com/office/drawing/2018/hyperlinkcolor" val="tx"/>
                    </a:ext>
                  </a:extLst>
                </a:hlinkClick>
              </a:rPr>
              <a:t>@WildBotics.bsky.social</a:t>
            </a:r>
            <a:endParaRPr lang="en-US" sz="1400" dirty="0"/>
          </a:p>
        </p:txBody>
      </p:sp>
      <p:pic>
        <p:nvPicPr>
          <p:cNvPr id="12" name="Image 6" descr="YouTube">    </p:cNvPr>
          <p:cNvPicPr>
            <a:picLocks noChangeAspect="1"/>
          </p:cNvPicPr>
          <p:nvPr/>
        </p:nvPicPr>
        <p:blipFill>
          <a:blip r:embed="rId7"/>
          <a:stretch>
            <a:fillRect/>
          </a:stretch>
        </p:blipFill>
        <p:spPr>
          <a:xfrm>
            <a:off x="8305800" y="5467350"/>
            <a:ext cx="228600" cy="228600"/>
          </a:xfrm>
          <a:prstGeom prst="rect">
            <a:avLst/>
          </a:prstGeom>
        </p:spPr>
      </p:pic>
      <p:sp>
        <p:nvSpPr>
          <p:cNvPr id="13" name="Text 4">
            <a:hlinkClick r:id="rIdLink4" tooltip=""/>
          </p:cNvPr>
          <p:cNvSpPr/>
          <p:nvPr/>
        </p:nvSpPr>
        <p:spPr>
          <a:xfrm>
            <a:off x="8686800" y="5372100"/>
            <a:ext cx="3238500" cy="419100"/>
          </a:xfrm>
          <a:prstGeom prst="rect">
            <a:avLst/>
          </a:prstGeom>
          <a:noFill/>
          <a:ln/>
        </p:spPr>
        <p:txBody>
          <a:bodyPr wrap="square" lIns="0" tIns="0" rIns="0" bIns="0" rtlCol="0" anchor="ctr"/>
          <a:lstStyle/>
          <a:p>
            <a:pPr indent="0" marL="0">
              <a:buNone/>
            </a:pPr>
            <a:r>
              <a:rPr lang="en-US" sz="1400" b="1" u="sng" dirty="0">
                <a:solidFill>
                  <a:srgbClr val="0D3A56"/>
                </a:solidFill>
                <a:latin typeface="Trebuchet MS" pitchFamily="34" charset="0"/>
                <a:ea typeface="Trebuchet MS" pitchFamily="34" charset="-122"/>
                <a:cs typeface="Trebuchet MS" pitchFamily="34" charset="-120"/>
                <a:hlinkClick r:id="rIdLink4" invalidUrl="" action="" tgtFrame="" tooltip="" history="1" highlightClick="0" endSnd="0">
                  <a:extLst>
                    <a:ext uri="{A12FA001-AC4F-418D-AE19-62706E023703}">
                      <ahyp:hlinkClr xmlns:ahyp="http://schemas.microsoft.com/office/drawing/2018/hyperlinkcolor" val="tx"/>
                    </a:ext>
                  </a:extLst>
                </a:hlinkClick>
              </a:rPr>
              <a:t>@WildBotics_eu</a:t>
            </a:r>
            <a:endParaRPr lang="en-US" sz="1400" dirty="0"/>
          </a:p>
        </p:txBody>
      </p:sp>
      <p:sp>
        <p:nvSpPr>
          <p:cNvPr id="14" name="Shape 5"/>
          <p:cNvSpPr/>
          <p:nvPr/>
        </p:nvSpPr>
        <p:spPr>
          <a:xfrm>
            <a:off x="0" y="6677025"/>
            <a:ext cx="12192000" cy="180975"/>
          </a:xfrm>
          <a:prstGeom prst="rect">
            <a:avLst/>
          </a:prstGeom>
          <a:solidFill>
            <a:srgbClr val="0D3A56"/>
          </a:solidFill>
          <a:ln w="12700">
            <a:solidFill>
              <a:srgbClr val="0D3A56"/>
            </a:solidFill>
            <a:prstDash val="solid"/>
          </a:ln>
        </p:spPr>
      </p:sp>
      <p:sp>
        <p:nvSpPr>
          <p:cNvPr id="15" name="Text 6"/>
          <p:cNvSpPr/>
          <p:nvPr/>
        </p:nvSpPr>
        <p:spPr>
          <a:xfrm>
            <a:off x="685800" y="6677025"/>
            <a:ext cx="3810000" cy="180975"/>
          </a:xfrm>
          <a:prstGeom prst="rect">
            <a:avLst/>
          </a:prstGeom>
          <a:noFill/>
          <a:ln/>
        </p:spPr>
        <p:txBody>
          <a:bodyPr wrap="square" lIns="0" tIns="0" rIns="0" bIns="0" rtlCol="0" anchor="ctr"/>
          <a:lstStyle/>
          <a:p>
            <a:pPr indent="0" marL="0">
              <a:buNone/>
            </a:pPr>
            <a:r>
              <a:rPr lang="en-US" sz="900" b="1" dirty="0">
                <a:solidFill>
                  <a:srgbClr val="FFFFFF"/>
                </a:solidFill>
                <a:latin typeface="Trebuchet MS" pitchFamily="34" charset="0"/>
                <a:ea typeface="Trebuchet MS" pitchFamily="34" charset="-122"/>
                <a:cs typeface="Trebuchet MS" pitchFamily="34" charset="-120"/>
              </a:rPr>
              <a:t>wildbotics.eu</a:t>
            </a:r>
            <a:endParaRPr lang="en-US" sz="900" dirty="0"/>
          </a:p>
        </p:txBody>
      </p:sp>
      <p:sp>
        <p:nvSpPr>
          <p:cNvPr id="16" name="Text 7"/>
          <p:cNvSpPr/>
          <p:nvPr>
            <p:ph idx="114" type="title" hasCustomPrompt="1"/>
          </p:nvPr>
        </p:nvSpPr>
        <p:spPr>
          <a:xfrm>
            <a:off x="685800" y="742950"/>
            <a:ext cx="10820400" cy="666750"/>
          </a:xfrm>
          <a:prstGeom prst="rect">
            <a:avLst/>
          </a:prstGeom>
          <a:noFill/>
          <a:ln/>
        </p:spPr>
        <p:txBody>
          <a:bodyPr wrap="square" rtlCol="0"/>
          <a:lstStyle>
            <a:lvl1pPr algn="l" indent="0" marL="0">
              <a:buNone/>
              <a:defRPr lang="en-US" sz="3000" b="1" dirty="0">
                <a:solidFill>
                  <a:srgbClr val="0D3A56"/>
                </a:solidFill>
                <a:latin typeface="Trebuchet MS" pitchFamily="34" charset="0"/>
                <a:ea typeface="Trebuchet MS" pitchFamily="34" charset="-122"/>
                <a:cs typeface="Trebuchet MS" pitchFamily="34" charset="-120"/>
              </a:defRPr>
            </a:lvl1pP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Click to add title</a:t>
            </a: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8.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cture Placeholder 2"/>
          <p:cNvSpPr>
            <a:spLocks noGrp="1"/>
          </p:cNvSpPr>
          <p:nvPr>
            <p:ph type="pic" idx="104"/>
          </p:nvPr>
        </p:nvSpPr>
        <p:spPr/>
      </p:sp>
      <p:sp>
        <p:nvSpPr>
          <p:cNvPr id="3" name="Text 0"/>
          <p:cNvSpPr/>
          <p:nvPr>
            <p:ph idx="105" type="title" hasCustomPrompt="1"/>
          </p:nvPr>
        </p:nvSpPr>
        <p:spPr>
          <a:xfrm>
            <a:off x="685800" y="1619250"/>
            <a:ext cx="5715000" cy="2381250"/>
          </a:xfrm>
          <a:prstGeom prst="rect">
            <a:avLst/>
          </a:prstGeom>
          <a:noFill/>
          <a:ln/>
        </p:spPr>
        <p:txBody>
          <a:bodyPr wrap="square" lIns="0" tIns="0" rIns="0" bIns="0" rtlCol="0" anchor="b"/>
          <a:lstStyle/>
          <a:p>
            <a:pPr algn="l" indent="0" marL="0">
              <a:buNone/>
            </a:pPr>
            <a:r>
              <a:rPr lang="en-US" sz="3600" b="1" dirty="0">
                <a:solidFill>
                  <a:srgbClr val="FFFFFF"/>
                </a:solidFill>
                <a:latin typeface="Trebuchet MS" pitchFamily="34" charset="0"/>
                <a:ea typeface="Trebuchet MS" pitchFamily="34" charset="-122"/>
                <a:cs typeface="Trebuchet MS" pitchFamily="34" charset="-120"/>
              </a:rPr>
              <a:t>Presentation title</a:t>
            </a:r>
            <a:endParaRPr lang="en-US" sz="3600" dirty="0"/>
          </a:p>
        </p:txBody>
      </p:sp>
      <p:sp>
        <p:nvSpPr>
          <p:cNvPr id="4" name="Text 0"/>
          <p:cNvSpPr/>
          <p:nvPr>
            <p:ph idx="106" type="body" hasCustomPrompt="1"/>
          </p:nvPr>
        </p:nvSpPr>
        <p:spPr>
          <a:xfrm>
            <a:off x="685800" y="4095750"/>
            <a:ext cx="5715000" cy="1619250"/>
          </a:xfrm>
          <a:prstGeom prst="rect">
            <a:avLst/>
          </a:prstGeom>
          <a:noFill/>
          <a:ln/>
        </p:spPr>
        <p:txBody>
          <a:bodyPr wrap="square" lIns="0" tIns="0" rIns="0" bIns="0" rtlCol="0" anchor="t"/>
          <a:lstStyle/>
          <a:p>
            <a:pPr algn="l" indent="0" marL="0">
              <a:buNone/>
            </a:pPr>
            <a:r>
              <a:rPr lang="en-US" sz="1800" dirty="0">
                <a:solidFill>
                  <a:srgbClr val="FFFFFF"/>
                </a:solidFill>
                <a:latin typeface="Trebuchet MS" pitchFamily="34" charset="0"/>
                <a:ea typeface="Trebuchet MS" pitchFamily="34" charset="-122"/>
                <a:cs typeface="Trebuchet MS" pitchFamily="34" charset="-120"/>
              </a:rPr>
              <a:t>Subtitle or event</a:t>
            </a:r>
            <a:endParaRPr lang="en-US" sz="1800" dirty="0"/>
          </a:p>
          <a:p>
            <a:pPr algn="l" indent="0" marL="0">
              <a:buNone/>
            </a:pPr>
            <a:r>
              <a:rPr lang="en-US" sz="1800" dirty="0">
                <a:solidFill>
                  <a:srgbClr val="FFFFFF"/>
                </a:solidFill>
                <a:latin typeface="Trebuchet MS" pitchFamily="34" charset="0"/>
                <a:ea typeface="Trebuchet MS" pitchFamily="34" charset="-122"/>
                <a:cs typeface="Trebuchet MS" pitchFamily="34" charset="-120"/>
              </a:rPr>
              <a:t>Presenter name · Institution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title" hasCustomPrompt="1"/>
          </p:nvPr>
        </p:nvSpPr>
        <p:spPr>
          <a:xfrm>
            <a:off x="685800" y="838200"/>
            <a:ext cx="10820400" cy="76200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Using this template</a:t>
            </a:r>
            <a:endParaRPr lang="en-US" sz="3000" dirty="0"/>
          </a:p>
        </p:txBody>
      </p:sp>
      <p:sp>
        <p:nvSpPr>
          <p:cNvPr id="3" name="Text 3"/>
          <p:cNvSpPr/>
          <p:nvPr>
            <p:ph idx="106" type="body" hasCustomPrompt="1"/>
          </p:nvPr>
        </p:nvSpPr>
        <p:spPr>
          <a:xfrm>
            <a:off x="685800" y="1714500"/>
            <a:ext cx="10820400" cy="4762500"/>
          </a:xfrm>
          <a:prstGeom prst="rect">
            <a:avLst/>
          </a:prstGeom>
          <a:noFill/>
          <a:ln/>
        </p:spPr>
        <p:txBody>
          <a:bodyPr wrap="square" lIns="0" tIns="0" rIns="0" bIns="0" rtlCol="0" anchor="t"/>
          <a:lstStyle/>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Add slides from Home › New Slide and pick a WildBotics layout</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Each layout has placeholders for the title and content, so text keeps the house style</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Change a slide's layout from Home › Layout</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The title slide takes a picture: drop one on the curved area and it is cropped to fit</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End every public talk with the Acknowledgements layout: partners, EU funding and our channels</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Delete these example slides before you start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685800" y="2381250"/>
            <a:ext cx="8953500" cy="1428750"/>
          </a:xfrm>
          <a:prstGeom prst="rect">
            <a:avLst/>
          </a:prstGeom>
          <a:noFill/>
          <a:ln/>
        </p:spPr>
        <p:txBody>
          <a:bodyPr wrap="square" lIns="0" tIns="0" rIns="0" bIns="0" rtlCol="0" anchor="b"/>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Part 1</a:t>
            </a:r>
            <a:endParaRPr lang="en-US" sz="4400" dirty="0"/>
          </a:p>
        </p:txBody>
      </p:sp>
      <p:sp>
        <p:nvSpPr>
          <p:cNvPr id="3" name="Text 3"/>
          <p:cNvSpPr/>
          <p:nvPr>
            <p:ph idx="106" type="body" hasCustomPrompt="1"/>
          </p:nvPr>
        </p:nvSpPr>
        <p:spPr>
          <a:xfrm>
            <a:off x="685800" y="3857625"/>
            <a:ext cx="8953500" cy="666750"/>
          </a:xfrm>
          <a:prstGeom prst="rect">
            <a:avLst/>
          </a:prstGeom>
          <a:noFill/>
          <a:ln/>
        </p:spPr>
        <p:txBody>
          <a:bodyPr wrap="square" lIns="0" tIns="0" rIns="0" bIns="0" rtlCol="0" anchor="t"/>
          <a:lstStyle/>
          <a:p>
            <a:pPr algn="l" indent="0" marL="0">
              <a:buNone/>
            </a:pPr>
            <a:r>
              <a:rPr lang="en-US" sz="2400" dirty="0">
                <a:solidFill>
                  <a:srgbClr val="FFFFFF"/>
                </a:solidFill>
                <a:latin typeface="Trebuchet MS" pitchFamily="34" charset="0"/>
                <a:ea typeface="Trebuchet MS" pitchFamily="34" charset="-122"/>
                <a:cs typeface="Trebuchet MS" pitchFamily="34" charset="-120"/>
              </a:rPr>
              <a:t>Section subtitle</a:t>
            </a:r>
            <a:endParaRPr lang="en-US" sz="24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title" hasCustomPrompt="1"/>
          </p:nvPr>
        </p:nvSpPr>
        <p:spPr>
          <a:xfrm>
            <a:off x="685800" y="838200"/>
            <a:ext cx="10820400" cy="76200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Two content</a:t>
            </a:r>
            <a:endParaRPr lang="en-US" sz="3000" dirty="0"/>
          </a:p>
        </p:txBody>
      </p:sp>
      <p:sp>
        <p:nvSpPr>
          <p:cNvPr id="3" name="Text 3"/>
          <p:cNvSpPr/>
          <p:nvPr>
            <p:ph idx="106" type="body" hasCustomPrompt="1"/>
          </p:nvPr>
        </p:nvSpPr>
        <p:spPr>
          <a:xfrm>
            <a:off x="685800" y="1714500"/>
            <a:ext cx="5238750" cy="4762500"/>
          </a:xfrm>
          <a:prstGeom prst="rect">
            <a:avLst/>
          </a:prstGeom>
          <a:noFill/>
          <a:ln/>
        </p:spPr>
        <p:txBody>
          <a:bodyPr wrap="square" lIns="0" tIns="0" rIns="0" bIns="0" rtlCol="0" anchor="t"/>
          <a:lstStyle/>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Research skills (R)</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Scientific and technical skills (S)</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Transferable skills (T)</a:t>
            </a:r>
            <a:endParaRPr lang="en-US" sz="2000" dirty="0"/>
          </a:p>
        </p:txBody>
      </p:sp>
      <p:sp>
        <p:nvSpPr>
          <p:cNvPr id="4" name="Text 3"/>
          <p:cNvSpPr/>
          <p:nvPr>
            <p:ph idx="107" type="body" hasCustomPrompt="1"/>
          </p:nvPr>
        </p:nvSpPr>
        <p:spPr>
          <a:xfrm>
            <a:off x="6267450" y="1714500"/>
            <a:ext cx="5238750" cy="4762500"/>
          </a:xfrm>
          <a:prstGeom prst="rect">
            <a:avLst/>
          </a:prstGeom>
          <a:noFill/>
          <a:ln/>
        </p:spPr>
        <p:txBody>
          <a:bodyPr wrap="square" lIns="0" tIns="0" rIns="0" bIns="0" rtlCol="0" anchor="t"/>
          <a:lstStyle/>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ECTS towards your doctoral school’s requirement</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Credit through follow-on work</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Activity log and reflective report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title" hasCustomPrompt="1"/>
          </p:nvPr>
        </p:nvSpPr>
        <p:spPr>
          <a:xfrm>
            <a:off x="685800" y="838200"/>
            <a:ext cx="10820400" cy="76200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Comparison</a:t>
            </a:r>
            <a:endParaRPr lang="en-US" sz="3000" dirty="0"/>
          </a:p>
        </p:txBody>
      </p:sp>
      <p:sp>
        <p:nvSpPr>
          <p:cNvPr id="3" name="Text 3"/>
          <p:cNvSpPr/>
          <p:nvPr>
            <p:ph idx="106" type="body" hasCustomPrompt="1"/>
          </p:nvPr>
        </p:nvSpPr>
        <p:spPr>
          <a:xfrm>
            <a:off x="685800" y="1714500"/>
            <a:ext cx="5238750" cy="438150"/>
          </a:xfrm>
          <a:prstGeom prst="rect">
            <a:avLst/>
          </a:prstGeom>
          <a:noFill/>
          <a:ln/>
        </p:spPr>
        <p:txBody>
          <a:bodyPr wrap="square" lIns="0" tIns="0" rIns="0" bIns="0" rtlCol="0" anchor="b"/>
          <a:lstStyle/>
          <a:p>
            <a:pPr algn="l" indent="0" marL="0">
              <a:buNone/>
            </a:pPr>
            <a:r>
              <a:rPr lang="en-US" sz="2200" b="1" dirty="0">
                <a:solidFill>
                  <a:srgbClr val="2F7328"/>
                </a:solidFill>
                <a:latin typeface="Trebuchet MS" pitchFamily="34" charset="0"/>
                <a:ea typeface="Trebuchet MS" pitchFamily="34" charset="-122"/>
                <a:cs typeface="Trebuchet MS" pitchFamily="34" charset="-120"/>
              </a:rPr>
              <a:t>Taught sessions</a:t>
            </a:r>
            <a:endParaRPr lang="en-US" sz="2200" dirty="0"/>
          </a:p>
        </p:txBody>
      </p:sp>
      <p:sp>
        <p:nvSpPr>
          <p:cNvPr id="4" name="Text 3"/>
          <p:cNvSpPr/>
          <p:nvPr>
            <p:ph idx="107" type="body" hasCustomPrompt="1"/>
          </p:nvPr>
        </p:nvSpPr>
        <p:spPr>
          <a:xfrm>
            <a:off x="685800" y="2247900"/>
            <a:ext cx="5238750" cy="4229100"/>
          </a:xfrm>
          <a:prstGeom prst="rect">
            <a:avLst/>
          </a:prstGeom>
          <a:noFill/>
          <a:ln/>
        </p:spPr>
        <p:txBody>
          <a:bodyPr wrap="square" lIns="0" tIns="0" rIns="0" bIns="0" rtlCol="0" anchor="t"/>
          <a:lstStyle/>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Introduce the module</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Set out the follow-on work</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Count towards the hours</a:t>
            </a:r>
            <a:endParaRPr lang="en-US" sz="2000" dirty="0"/>
          </a:p>
        </p:txBody>
      </p:sp>
      <p:sp>
        <p:nvSpPr>
          <p:cNvPr id="5" name="Text 3"/>
          <p:cNvSpPr/>
          <p:nvPr>
            <p:ph idx="108" type="body" hasCustomPrompt="1"/>
          </p:nvPr>
        </p:nvSpPr>
        <p:spPr>
          <a:xfrm>
            <a:off x="6267450" y="1714500"/>
            <a:ext cx="5238750" cy="438150"/>
          </a:xfrm>
          <a:prstGeom prst="rect">
            <a:avLst/>
          </a:prstGeom>
          <a:noFill/>
          <a:ln/>
        </p:spPr>
        <p:txBody>
          <a:bodyPr wrap="square" lIns="0" tIns="0" rIns="0" bIns="0" rtlCol="0" anchor="b"/>
          <a:lstStyle/>
          <a:p>
            <a:pPr algn="l" indent="0" marL="0">
              <a:buNone/>
            </a:pPr>
            <a:r>
              <a:rPr lang="en-US" sz="2200" b="1" dirty="0">
                <a:solidFill>
                  <a:srgbClr val="2F7328"/>
                </a:solidFill>
                <a:latin typeface="Trebuchet MS" pitchFamily="34" charset="0"/>
                <a:ea typeface="Trebuchet MS" pitchFamily="34" charset="-122"/>
                <a:cs typeface="Trebuchet MS" pitchFamily="34" charset="-120"/>
              </a:rPr>
              <a:t>Follow-on work</a:t>
            </a:r>
            <a:endParaRPr lang="en-US" sz="2200" dirty="0"/>
          </a:p>
        </p:txBody>
      </p:sp>
      <p:sp>
        <p:nvSpPr>
          <p:cNvPr id="6" name="Text 3"/>
          <p:cNvSpPr/>
          <p:nvPr>
            <p:ph idx="109" type="body" hasCustomPrompt="1"/>
          </p:nvPr>
        </p:nvSpPr>
        <p:spPr>
          <a:xfrm>
            <a:off x="6267450" y="2247900"/>
            <a:ext cx="5238750" cy="4229100"/>
          </a:xfrm>
          <a:prstGeom prst="rect">
            <a:avLst/>
          </a:prstGeom>
          <a:noFill/>
          <a:ln/>
        </p:spPr>
        <p:txBody>
          <a:bodyPr wrap="square" lIns="0" tIns="0" rIns="0" bIns="0" rtlCol="0" anchor="t"/>
          <a:lstStyle/>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Applied to your own project</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10 hours per ECTS, logged</a:t>
            </a:r>
            <a:endParaRPr lang="en-US" sz="2000" dirty="0"/>
          </a:p>
          <a:p>
            <a:pPr algn="l" marL="279400" indent="-279400">
              <a:spcAft>
                <a:spcPts val="600"/>
              </a:spcAft>
              <a:buSzPct val="100000"/>
              <a:buChar char="•"/>
            </a:pPr>
            <a:r>
              <a:rPr lang="en-US" sz="2000" dirty="0">
                <a:solidFill>
                  <a:srgbClr val="14222C"/>
                </a:solidFill>
                <a:latin typeface="Trebuchet MS" pitchFamily="34" charset="0"/>
                <a:ea typeface="Trebuchet MS" pitchFamily="34" charset="-122"/>
                <a:cs typeface="Trebuchet MS" pitchFamily="34" charset="-120"/>
              </a:rPr>
              <a:t>Written up in a reflective report</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title" hasCustomPrompt="1"/>
          </p:nvPr>
        </p:nvSpPr>
        <p:spPr>
          <a:xfrm>
            <a:off x="685800" y="838200"/>
            <a:ext cx="10820400" cy="76200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Picture with caption</a:t>
            </a:r>
            <a:endParaRPr lang="en-US" sz="3000" dirty="0"/>
          </a:p>
        </p:txBody>
      </p:sp>
      <p:pic>
        <p:nvPicPr>
          <p:cNvPr id="3" name="Image 0" descr="WildBotics logo">    </p:cNvPr>
          <p:cNvPicPr>
            <a:picLocks noChangeAspect="1"/>
          </p:cNvPicPr>
          <p:nvPr/>
        </p:nvPicPr>
        <p:blipFill>
          <a:blip r:embed="rId1"/>
          <a:stretch>
            <a:fillRect/>
          </a:stretch>
        </p:blipFill>
        <p:spPr>
          <a:xfrm>
            <a:off x="1500188" y="1714500"/>
            <a:ext cx="5610225" cy="4762500"/>
          </a:xfrm>
          <a:prstGeom prst="rect">
            <a:avLst/>
          </a:prstGeom>
        </p:spPr>
      </p:pic>
      <p:sp>
        <p:nvSpPr>
          <p:cNvPr id="4" name="Text 3"/>
          <p:cNvSpPr/>
          <p:nvPr>
            <p:ph idx="107" type="body" hasCustomPrompt="1"/>
          </p:nvPr>
        </p:nvSpPr>
        <p:spPr>
          <a:xfrm>
            <a:off x="8267700" y="1714500"/>
            <a:ext cx="3238500" cy="4762500"/>
          </a:xfrm>
          <a:prstGeom prst="rect">
            <a:avLst/>
          </a:prstGeom>
          <a:noFill/>
          <a:ln/>
        </p:spPr>
        <p:txBody>
          <a:bodyPr wrap="square" lIns="0" tIns="0" rIns="0" bIns="0" rtlCol="0" anchor="t"/>
          <a:lstStyle/>
          <a:p>
            <a:pPr algn="l" indent="0" marL="0">
              <a:buNone/>
            </a:pPr>
            <a:r>
              <a:rPr lang="en-US" sz="1800" dirty="0">
                <a:solidFill>
                  <a:srgbClr val="14222C"/>
                </a:solidFill>
                <a:latin typeface="Trebuchet MS" pitchFamily="34" charset="0"/>
                <a:ea typeface="Trebuchet MS" pitchFamily="34" charset="-122"/>
                <a:cs typeface="Trebuchet MS" pitchFamily="34" charset="-120"/>
              </a:rPr>
              <a:t>Click the icon in the picture placeholder to insert an image. The caption sits beside it.</a:t>
            </a:r>
            <a:endParaRPr lang="en-US" sz="1800" dirty="0"/>
          </a:p>
        </p:txBody>
      </p:sp>
      <p:sp>
        <p:nvSpPr>
          <p:cNvPr id="5" name="Text 3"/>
          <p:cNvSpPr/>
          <p:nvPr>
            <p:ph idx="106" hasCustomPrompt="1"/>
          </p:nvPr>
        </p:nvSpPr>
        <p:spPr>
          <a:xfrm>
            <a:off x="685800" y="1714500"/>
            <a:ext cx="7239000" cy="476250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title" hasCustomPrompt="1"/>
          </p:nvPr>
        </p:nvSpPr>
        <p:spPr>
          <a:xfrm>
            <a:off x="685800" y="838200"/>
            <a:ext cx="10820400" cy="76200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Title only</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809750"/>
          <a:ext cx="7620000" cy="914400"/>
        </p:xfrm>
        <a:graphic>
          <a:graphicData uri="http://schemas.openxmlformats.org/drawingml/2006/table">
            <a:tbl>
              <a:tblPr/>
              <a:tblGrid>
                <a:gridCol w="2095500"/>
                <a:gridCol w="4000500"/>
                <a:gridCol w="1524000"/>
              </a:tblGrid>
              <a:tr h="438150">
                <a:tc>
                  <a:txBody>
                    <a:bodyP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When</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solidFill>
                      <a:srgbClr val="408A34"/>
                    </a:solidFill>
                  </a:tcPr>
                </a:tc>
                <a:tc>
                  <a:txBody>
                    <a:bodyP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Event</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solidFill>
                      <a:srgbClr val="408A34"/>
                    </a:solidFill>
                  </a:tcPr>
                </a:tc>
                <a:tc>
                  <a:txBody>
                    <a:bodyP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Module ECTS</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solidFill>
                      <a:srgbClr val="408A34"/>
                    </a:solidFill>
                  </a:tcPr>
                </a:tc>
              </a:tr>
              <a:tr h="438150">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M9 · Sep 2026</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First training event, FBK</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algn="ctr" indent="0" marL="0">
                        <a:buNone/>
                      </a:pPr>
                      <a:r>
                        <a:rPr lang="en-US" sz="1600" dirty="0">
                          <a:solidFill>
                            <a:srgbClr val="14222C"/>
                          </a:solidFill>
                          <a:latin typeface="Trebuchet MS" pitchFamily="34" charset="0"/>
                          <a:ea typeface="Trebuchet MS" pitchFamily="34" charset="-122"/>
                          <a:cs typeface="Trebuchet MS" pitchFamily="34" charset="-120"/>
                        </a:rPr>
                        <a:t>7</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r>
              <a:tr h="438150">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M12 · Dec 2026</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eLearning modules</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algn="ctr" indent="0" marL="0">
                        <a:buNone/>
                      </a:pPr>
                      <a:r>
                        <a:rPr lang="en-US" sz="1600" dirty="0">
                          <a:solidFill>
                            <a:srgbClr val="14222C"/>
                          </a:solidFill>
                          <a:latin typeface="Trebuchet MS" pitchFamily="34" charset="0"/>
                          <a:ea typeface="Trebuchet MS" pitchFamily="34" charset="-122"/>
                          <a:cs typeface="Trebuchet MS" pitchFamily="34" charset="-120"/>
                        </a:rPr>
                        <a:t>9</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r>
              <a:tr h="438150">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M18 · Jun 2027</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Robotics training event, TU Delft</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algn="ctr" indent="0" marL="0">
                        <a:buNone/>
                      </a:pPr>
                      <a:r>
                        <a:rPr lang="en-US" sz="1600" dirty="0">
                          <a:solidFill>
                            <a:srgbClr val="14222C"/>
                          </a:solidFill>
                          <a:latin typeface="Trebuchet MS" pitchFamily="34" charset="0"/>
                          <a:ea typeface="Trebuchet MS" pitchFamily="34" charset="-122"/>
                          <a:cs typeface="Trebuchet MS" pitchFamily="34" charset="-120"/>
                        </a:rPr>
                        <a:t>4</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r>
              <a:tr h="438150">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M30 · Jun 2028</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indent="0" marL="0">
                        <a:buNone/>
                      </a:pPr>
                      <a:r>
                        <a:rPr lang="en-US" sz="1600" dirty="0">
                          <a:solidFill>
                            <a:srgbClr val="14222C"/>
                          </a:solidFill>
                          <a:latin typeface="Trebuchet MS" pitchFamily="34" charset="0"/>
                          <a:ea typeface="Trebuchet MS" pitchFamily="34" charset="-122"/>
                          <a:cs typeface="Trebuchet MS" pitchFamily="34" charset="-120"/>
                        </a:rPr>
                        <a:t>Summer school, Salamanca</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c>
                  <a:txBody>
                    <a:bodyPr/>
                    <a:lstStyle/>
                    <a:p>
                      <a:pPr algn="ctr" indent="0" marL="0">
                        <a:buNone/>
                      </a:pPr>
                      <a:r>
                        <a:rPr lang="en-US" sz="1600" dirty="0">
                          <a:solidFill>
                            <a:srgbClr val="14222C"/>
                          </a:solidFill>
                          <a:latin typeface="Trebuchet MS" pitchFamily="34" charset="0"/>
                          <a:ea typeface="Trebuchet MS" pitchFamily="34" charset="-122"/>
                          <a:cs typeface="Trebuchet MS" pitchFamily="34" charset="-120"/>
                        </a:rPr>
                        <a:t>6</a:t>
                      </a:r>
                      <a:endParaRPr lang="en-US" sz="1600" dirty="0">
                        <a:latin typeface="Trebuchet MS" charset="0"/>
                        <a:ea typeface="Trebuchet MS" charset="0"/>
                        <a:cs typeface="Trebuchet MS" charset="0"/>
                      </a:endParaRPr>
                    </a:p>
                  </a:txBody>
                  <a:tcPr marL="91440" marR="91440" marT="45720" marB="45720" anchor="ctr">
                    <a:lnL w="9525" cap="flat" cmpd="sng" algn="ctr">
                      <a:solidFill>
                        <a:srgbClr val="E6EAE4"/>
                      </a:solidFill>
                      <a:prstDash val="solid"/>
                      <a:round/>
                      <a:headEnd type="none" w="med" len="med"/>
                      <a:tailEnd type="none" w="med" len="med"/>
                    </a:lnL>
                    <a:lnR w="9525" cap="flat" cmpd="sng" algn="ctr">
                      <a:solidFill>
                        <a:srgbClr val="E6EAE4"/>
                      </a:solidFill>
                      <a:prstDash val="solid"/>
                      <a:round/>
                      <a:headEnd type="none" w="med" len="med"/>
                      <a:tailEnd type="none" w="med" len="med"/>
                    </a:lnR>
                    <a:lnT w="9525" cap="flat" cmpd="sng" algn="ctr">
                      <a:solidFill>
                        <a:srgbClr val="E6EAE4"/>
                      </a:solidFill>
                      <a:prstDash val="solid"/>
                      <a:round/>
                      <a:headEnd type="none" w="med" len="med"/>
                      <a:tailEnd type="none" w="med" len="med"/>
                    </a:lnT>
                    <a:lnB w="9525" cap="flat" cmpd="sng" algn="ctr">
                      <a:solidFill>
                        <a:srgbClr val="E6EA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2857500"/>
            <a:ext cx="10820400" cy="762000"/>
          </a:xfrm>
          <a:prstGeom prst="rect">
            <a:avLst/>
          </a:prstGeom>
          <a:noFill/>
          <a:ln/>
        </p:spPr>
        <p:txBody>
          <a:bodyPr wrap="square" rtlCol="0" anchor="ctr"/>
          <a:lstStyle/>
          <a:p>
            <a:pPr algn="ctr" indent="0" marL="0">
              <a:buNone/>
            </a:pPr>
            <a:r>
              <a:rPr lang="en-US" sz="2000" dirty="0">
                <a:solidFill>
                  <a:srgbClr val="5A6670"/>
                </a:solidFill>
                <a:latin typeface="Trebuchet MS" pitchFamily="34" charset="0"/>
                <a:ea typeface="Trebuchet MS" pitchFamily="34" charset="-122"/>
                <a:cs typeface="Trebuchet MS" pitchFamily="34" charset="-120"/>
              </a:rPr>
              <a:t>Blank with logo: for full-bleed figures, or content that needs the whole slide.</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2857500"/>
            <a:ext cx="10820400" cy="762000"/>
          </a:xfrm>
          <a:prstGeom prst="rect">
            <a:avLst/>
          </a:prstGeom>
          <a:noFill/>
          <a:ln/>
        </p:spPr>
        <p:txBody>
          <a:bodyPr wrap="square" rtlCol="0" anchor="ctr"/>
          <a:lstStyle/>
          <a:p>
            <a:pPr algn="ctr" indent="0" marL="0">
              <a:buNone/>
            </a:pPr>
            <a:r>
              <a:rPr lang="en-US" sz="2000" dirty="0">
                <a:solidFill>
                  <a:srgbClr val="5A6670"/>
                </a:solidFill>
                <a:latin typeface="Trebuchet MS" pitchFamily="34" charset="0"/>
                <a:ea typeface="Trebuchet MS" pitchFamily="34" charset="-122"/>
                <a:cs typeface="Trebuchet MS" pitchFamily="34" charset="-120"/>
              </a:rPr>
              <a:t>Blank: the footer rule only.</a:t>
            </a:r>
            <a:endParaRPr lang="en-US" sz="2000" dirty="0"/>
          </a:p>
        </p:txBody>
      </p:sp>
      <p:sp>
        <p:nvSpPr>
          <p:cNvPr id="25" name="Slide Number Placeholder 0"/>
          <p:cNvSpPr>
            <a:spLocks noGrp="1"/>
          </p:cNvSpPr>
          <p:nvPr>
            <p:ph type="sldNum" sz="quarter" idx="4294967295"/>
          </p:nvPr>
        </p:nvSpPr>
        <p:spPr>
          <a:xfrm>
            <a:off x="11430000" y="6677025"/>
            <a:ext cx="609600" cy="180975"/>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Trebuchet MS"/>
                <a:ea typeface="Trebuchet MS"/>
                <a:cs typeface="Trebuchet M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3" type="title" hasCustomPrompt="1"/>
          </p:nvPr>
        </p:nvSpPr>
        <p:spPr>
          <a:xfrm>
            <a:off x="685800" y="1905000"/>
            <a:ext cx="6096000" cy="2000250"/>
          </a:xfrm>
          <a:prstGeom prst="rect">
            <a:avLst/>
          </a:prstGeom>
          <a:noFill/>
          <a:ln/>
        </p:spPr>
        <p:txBody>
          <a:bodyPr wrap="square" lIns="0" tIns="0" rIns="0" bIns="0" rtlCol="0" anchor="b"/>
          <a:lstStyle/>
          <a:p>
            <a:pPr algn="l" indent="0" marL="0">
              <a:buNone/>
            </a:pPr>
            <a:r>
              <a:rPr lang="en-US" sz="4000" b="1" dirty="0">
                <a:solidFill>
                  <a:srgbClr val="0D3A56"/>
                </a:solidFill>
                <a:latin typeface="Trebuchet MS" pitchFamily="34" charset="0"/>
                <a:ea typeface="Trebuchet MS" pitchFamily="34" charset="-122"/>
                <a:cs typeface="Trebuchet MS" pitchFamily="34" charset="-120"/>
              </a:rPr>
              <a:t>Thank you</a:t>
            </a:r>
            <a:endParaRPr lang="en-US" sz="4000" dirty="0"/>
          </a:p>
        </p:txBody>
      </p:sp>
      <p:sp>
        <p:nvSpPr>
          <p:cNvPr id="3" name="Picture Placeholder 3"/>
          <p:cNvSpPr>
            <a:spLocks noGrp="1"/>
          </p:cNvSpPr>
          <p:nvPr>
            <p:ph type="pic" idx="104"/>
          </p:nvPr>
        </p:nvSpPr>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7"/>
          <p:cNvSpPr/>
          <p:nvPr>
            <p:ph idx="114" type="title" hasCustomPrompt="1"/>
          </p:nvPr>
        </p:nvSpPr>
        <p:spPr>
          <a:xfrm>
            <a:off x="685800" y="742950"/>
            <a:ext cx="10820400" cy="666750"/>
          </a:xfrm>
          <a:prstGeom prst="rect">
            <a:avLst/>
          </a:prstGeom>
          <a:noFill/>
          <a:ln/>
        </p:spPr>
        <p:txBody>
          <a:bodyPr wrap="square" lIns="0" tIns="0" rIns="0" bIns="0" rtlCol="0" anchor="ctr"/>
          <a:lstStyle/>
          <a:p>
            <a:pPr algn="l" indent="0" marL="0">
              <a:buNone/>
            </a:pPr>
            <a:r>
              <a:rPr lang="en-US" sz="3000" b="1" dirty="0">
                <a:solidFill>
                  <a:srgbClr val="0D3A56"/>
                </a:solidFill>
                <a:latin typeface="Trebuchet MS" pitchFamily="34" charset="0"/>
                <a:ea typeface="Trebuchet MS" pitchFamily="34" charset="-122"/>
                <a:cs typeface="Trebuchet MS" pitchFamily="34" charset="-120"/>
              </a:rPr>
              <a:t>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WildBotics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WildBotics presentation template</dc:title>
  <dc:subject>PptxGenJS Presentation</dc:subject>
  <dc:creator>WildBotics training team</dc:creator>
  <cp:lastModifiedBy>WildBotics training team</cp:lastModifiedBy>
  <cp:revision>1</cp:revision>
  <dcterms:created xsi:type="dcterms:W3CDTF">2026-10-23T18:18:09Z</dcterms:created>
  <dcterms:modified xsi:type="dcterms:W3CDTF">2026-10-23T18:18:09Z</dcterms:modified>
</cp:coreProperties>
</file>